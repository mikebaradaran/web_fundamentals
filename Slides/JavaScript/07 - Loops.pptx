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3"/>
  </p:notesMasterIdLst>
  <p:handoutMasterIdLst>
    <p:handoutMasterId r:id="rId14"/>
  </p:handoutMasterIdLst>
  <p:sldIdLst>
    <p:sldId id="263" r:id="rId5"/>
    <p:sldId id="521" r:id="rId6"/>
    <p:sldId id="522" r:id="rId7"/>
    <p:sldId id="479" r:id="rId8"/>
    <p:sldId id="480" r:id="rId9"/>
    <p:sldId id="483" r:id="rId10"/>
    <p:sldId id="530" r:id="rId11"/>
    <p:sldId id="531" r:id="rId12"/>
  </p:sldIdLst>
  <p:sldSz cx="12192000" cy="6858000"/>
  <p:notesSz cx="6645275" cy="9775825"/>
  <p:custDataLst>
    <p:tags r:id="rId1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377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arrow, Joshua" initials="BJ" lastIdx="30" clrIdx="0">
    <p:extLst>
      <p:ext uri="{19B8F6BF-5375-455C-9EA6-DF929625EA0E}">
        <p15:presenceInfo xmlns:p15="http://schemas.microsoft.com/office/powerpoint/2012/main" userId="S-1-5-21-3476036342-1731177862-1559577602-51474" providerId="AD"/>
      </p:ext>
    </p:extLst>
  </p:cmAuthor>
  <p:cmAuthor id="2" name="Singh, Vaishali" initials="SV" lastIdx="7" clrIdx="1">
    <p:extLst>
      <p:ext uri="{19B8F6BF-5375-455C-9EA6-DF929625EA0E}">
        <p15:presenceInfo xmlns:p15="http://schemas.microsoft.com/office/powerpoint/2012/main" userId="S-1-5-21-3476036342-1731177862-1559577602-1552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E007C"/>
    <a:srgbClr val="F91258"/>
    <a:srgbClr val="09EDB8"/>
    <a:srgbClr val="004050"/>
    <a:srgbClr val="28CFF9"/>
    <a:srgbClr val="F3622C"/>
    <a:srgbClr val="31D3AE"/>
    <a:srgbClr val="F3F3F3"/>
    <a:srgbClr val="F4F4F4"/>
    <a:srgbClr val="3D6E7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457" autoAdjust="0"/>
    <p:restoredTop sz="76201" autoAdjust="0"/>
  </p:normalViewPr>
  <p:slideViewPr>
    <p:cSldViewPr snapToGrid="0" snapToObjects="1" showGuides="1">
      <p:cViewPr varScale="1">
        <p:scale>
          <a:sx n="73" d="100"/>
          <a:sy n="73" d="100"/>
        </p:scale>
        <p:origin x="1325" y="96"/>
      </p:cViewPr>
      <p:guideLst>
        <p:guide pos="3840"/>
        <p:guide orient="horz" pos="377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 showGuides="1">
      <p:cViewPr varScale="1">
        <p:scale>
          <a:sx n="82" d="100"/>
          <a:sy n="82" d="100"/>
        </p:scale>
        <p:origin x="4008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gs" Target="tags/tag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879725" cy="4905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763964" y="1"/>
            <a:ext cx="2879725" cy="4905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D088FE-3E68-47FE-8BA4-634CD34BABBC}" type="datetimeFigureOut">
              <a:rPr lang="en-GB" smtClean="0"/>
              <a:pPr/>
              <a:t>22/09/2026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285289"/>
            <a:ext cx="2879725" cy="49053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763964" y="9285289"/>
            <a:ext cx="2879725" cy="49053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B31C5D-0DE0-4486-9782-41885BE58160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308254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79619" cy="49048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ontserrat" panose="00000500000000000000" pitchFamily="2" charset="0"/>
              </a:defRPr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64119" y="0"/>
            <a:ext cx="2879619" cy="49048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ontserrat" panose="00000500000000000000" pitchFamily="2" charset="0"/>
              </a:defRPr>
            </a:lvl1pPr>
          </a:lstStyle>
          <a:p>
            <a:fld id="{1D6B66C6-1E92-0F4E-A300-9D4ED1F0C23F}" type="datetimeFigureOut">
              <a:rPr lang="en-GB" smtClean="0"/>
              <a:pPr/>
              <a:t>22/09/2026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8938" y="1220788"/>
            <a:ext cx="5867400" cy="33004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4528" y="4704617"/>
            <a:ext cx="5316220" cy="384923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285339"/>
            <a:ext cx="2879619" cy="4904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ontserrat" panose="00000500000000000000" pitchFamily="2" charset="0"/>
              </a:defRPr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64119" y="9285339"/>
            <a:ext cx="2879619" cy="4904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ontserrat" panose="00000500000000000000" pitchFamily="2" charset="0"/>
              </a:defRPr>
            </a:lvl1pPr>
          </a:lstStyle>
          <a:p>
            <a:fld id="{548901C6-1DA1-FB44-ABEE-06A0FEB7738E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767479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6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2531" name="Notes Placeholder 7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51393DB-40CB-4583-B18F-EC81F36FAB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75316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26689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97409B-C090-4956-BC43-2B7AB5E050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74540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83239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Note that this example sends messages to the “console”. To access the console,</a:t>
            </a:r>
            <a:r>
              <a:rPr lang="en-GB" baseline="0" dirty="0"/>
              <a:t> go to the F12 Developer Tools in Internet Explorer. In Google Chrome, press Ctrl-Shift-J, or choose Developer Tools from the menu. The console is often used for showing debug information, which </a:t>
            </a:r>
            <a:r>
              <a:rPr lang="en-GB" baseline="0"/>
              <a:t>the average user of the website would not need to see.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D3D0D0-3262-4A76-80CE-645AD96AF5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57907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kern="120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rPr>
              <a:t>&lt;html&gt;</a:t>
            </a:r>
          </a:p>
          <a:p>
            <a:r>
              <a:rPr lang="en-GB" sz="1200" kern="120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rPr>
              <a:t>&lt;head&gt;</a:t>
            </a:r>
          </a:p>
          <a:p>
            <a:r>
              <a:rPr lang="en-GB" sz="1200" kern="120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rPr>
              <a:t>    &lt;title&gt;QA&lt;/title&gt;</a:t>
            </a:r>
          </a:p>
          <a:p>
            <a:r>
              <a:rPr lang="en-GB" sz="1200" kern="120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rPr>
              <a:t>    &lt;style&gt;</a:t>
            </a:r>
          </a:p>
          <a:p>
            <a:r>
              <a:rPr lang="en-GB" sz="1200" kern="120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rPr>
              <a:t>        .</a:t>
            </a:r>
            <a:r>
              <a:rPr lang="en-GB" sz="1200" kern="1200" dirty="0" err="1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rPr>
              <a:t>tableColumn</a:t>
            </a:r>
            <a:r>
              <a:rPr lang="en-GB" sz="1200" kern="120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rPr>
              <a:t> { width: 3em; float: left; border: 1px solid black; </a:t>
            </a:r>
            <a:r>
              <a:rPr lang="en-GB" sz="1800" dirty="0" err="1">
                <a:solidFill>
                  <a:srgbClr val="FF0000"/>
                </a:solidFill>
                <a:latin typeface="Consolas" panose="020B0609020204030204" pitchFamily="49" charset="0"/>
              </a:rPr>
              <a:t>text-align</a:t>
            </a:r>
            <a:r>
              <a:rPr lang="en-GB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GB" sz="1800" dirty="0" err="1">
                <a:solidFill>
                  <a:srgbClr val="0000FF"/>
                </a:solidFill>
                <a:latin typeface="Consolas" panose="020B0609020204030204" pitchFamily="49" charset="0"/>
              </a:rPr>
              <a:t>center</a:t>
            </a:r>
            <a:r>
              <a:rPr lang="en-GB" sz="18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GB" sz="1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rPr>
              <a:t>}</a:t>
            </a:r>
            <a:endParaRPr lang="en-GB" sz="1200" kern="1200" dirty="0">
              <a:solidFill>
                <a:schemeClr val="tx1"/>
              </a:solidFill>
              <a:latin typeface="Arial" pitchFamily="34" charset="0"/>
              <a:ea typeface="+mn-ea"/>
              <a:cs typeface="Arial" pitchFamily="34" charset="0"/>
            </a:endParaRPr>
          </a:p>
          <a:p>
            <a:r>
              <a:rPr lang="en-GB" sz="1200" kern="120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rPr>
              <a:t>        .</a:t>
            </a:r>
            <a:r>
              <a:rPr lang="en-GB" sz="1200" kern="1200" dirty="0" err="1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rPr>
              <a:t>tableRow</a:t>
            </a:r>
            <a:r>
              <a:rPr lang="en-GB" sz="1200" kern="120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rPr>
              <a:t>{  </a:t>
            </a:r>
            <a:r>
              <a:rPr lang="en-GB" sz="1200" kern="1200" dirty="0" err="1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rPr>
              <a:t>clear:left</a:t>
            </a:r>
            <a:r>
              <a:rPr lang="en-GB" sz="1200" kern="120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rPr>
              <a:t>; }</a:t>
            </a:r>
          </a:p>
          <a:p>
            <a:r>
              <a:rPr lang="en-GB" sz="1200" kern="120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rPr>
              <a:t>    &lt;/style&gt;    </a:t>
            </a:r>
          </a:p>
          <a:p>
            <a:r>
              <a:rPr lang="en-GB" sz="1200" kern="120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rPr>
              <a:t>&lt;/head&gt;</a:t>
            </a:r>
          </a:p>
          <a:p>
            <a:r>
              <a:rPr lang="en-GB" sz="1200" kern="120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rPr>
              <a:t>&lt;body&gt;</a:t>
            </a:r>
          </a:p>
          <a:p>
            <a:r>
              <a:rPr lang="en-GB" sz="1200" kern="120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rPr>
              <a:t>    &lt;script&gt;</a:t>
            </a:r>
          </a:p>
          <a:p>
            <a:r>
              <a:rPr lang="en-GB" sz="1200" kern="120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rPr>
              <a:t>        </a:t>
            </a:r>
            <a:r>
              <a:rPr lang="en-GB" sz="1200" kern="1200" dirty="0" err="1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rPr>
              <a:t>var</a:t>
            </a:r>
            <a:r>
              <a:rPr lang="en-GB" sz="1200" kern="120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rPr>
              <a:t> table = "&lt;div&gt;";</a:t>
            </a:r>
          </a:p>
          <a:p>
            <a:r>
              <a:rPr lang="en-GB" sz="1200" kern="120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rPr>
              <a:t>        for (</a:t>
            </a:r>
            <a:r>
              <a:rPr lang="en-GB" sz="1200" kern="1200" dirty="0" err="1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rPr>
              <a:t>var</a:t>
            </a:r>
            <a:r>
              <a:rPr lang="en-GB" sz="1200" kern="120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rPr>
              <a:t> row = 1; row &lt; 11; row++) {</a:t>
            </a:r>
          </a:p>
          <a:p>
            <a:r>
              <a:rPr lang="en-GB" sz="1200" kern="120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rPr>
              <a:t>            table += "&lt;div class='</a:t>
            </a:r>
            <a:r>
              <a:rPr lang="en-GB" sz="1200" kern="1200" dirty="0" err="1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rPr>
              <a:t>tableRow</a:t>
            </a:r>
            <a:r>
              <a:rPr lang="en-GB" sz="1200" kern="120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rPr>
              <a:t>'&gt;";</a:t>
            </a:r>
          </a:p>
          <a:p>
            <a:r>
              <a:rPr lang="es-ES" sz="1200" kern="120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rPr>
              <a:t>            </a:t>
            </a:r>
            <a:r>
              <a:rPr lang="es-ES" sz="1200" kern="1200" dirty="0" err="1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rPr>
              <a:t>for</a:t>
            </a:r>
            <a:r>
              <a:rPr lang="es-ES" sz="1200" kern="120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rPr>
              <a:t> (</a:t>
            </a:r>
            <a:r>
              <a:rPr lang="es-ES" sz="1200" kern="1200" dirty="0" err="1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rPr>
              <a:t>var</a:t>
            </a:r>
            <a:r>
              <a:rPr lang="es-ES" sz="1200" kern="120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es-ES" sz="1200" kern="1200" dirty="0" err="1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rPr>
              <a:t>column</a:t>
            </a:r>
            <a:r>
              <a:rPr lang="es-ES" sz="1200" kern="120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rPr>
              <a:t> = 1; </a:t>
            </a:r>
            <a:r>
              <a:rPr lang="es-ES" sz="1200" kern="1200" dirty="0" err="1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rPr>
              <a:t>column</a:t>
            </a:r>
            <a:r>
              <a:rPr lang="es-ES" sz="1200" kern="120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rPr>
              <a:t> &lt; 11; </a:t>
            </a:r>
            <a:r>
              <a:rPr lang="es-ES" sz="1200" kern="1200" dirty="0" err="1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rPr>
              <a:t>column</a:t>
            </a:r>
            <a:r>
              <a:rPr lang="es-ES" sz="1200" kern="120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rPr>
              <a:t>++) {</a:t>
            </a:r>
          </a:p>
          <a:p>
            <a:r>
              <a:rPr lang="en-GB" sz="1200" kern="120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rPr>
              <a:t>                table += "&lt;div class='</a:t>
            </a:r>
            <a:r>
              <a:rPr lang="en-GB" sz="1200" kern="1200" dirty="0" err="1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rPr>
              <a:t>tableColumn</a:t>
            </a:r>
            <a:r>
              <a:rPr lang="en-GB" sz="1200" kern="120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rPr>
              <a:t>'&gt;" + row * column + "&lt;/div&gt;";</a:t>
            </a:r>
          </a:p>
          <a:p>
            <a:r>
              <a:rPr lang="en-GB" sz="1200" kern="120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rPr>
              <a:t>            }</a:t>
            </a:r>
          </a:p>
          <a:p>
            <a:r>
              <a:rPr lang="en-GB" sz="1200" kern="120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rPr>
              <a:t>            table += "&lt;/div&gt;";</a:t>
            </a:r>
          </a:p>
          <a:p>
            <a:r>
              <a:rPr lang="en-GB" sz="1200" kern="120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rPr>
              <a:t>        }</a:t>
            </a:r>
          </a:p>
          <a:p>
            <a:r>
              <a:rPr lang="en-GB" sz="1200" kern="120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rPr>
              <a:t>        table += "&lt;/div&gt;"</a:t>
            </a:r>
          </a:p>
          <a:p>
            <a:r>
              <a:rPr lang="en-GB" sz="1200" kern="120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rPr>
              <a:t>        </a:t>
            </a:r>
            <a:r>
              <a:rPr lang="en-GB" sz="1200" kern="1200" dirty="0" err="1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rPr>
              <a:t>document.write</a:t>
            </a:r>
            <a:r>
              <a:rPr lang="en-GB" sz="1200" kern="120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rPr>
              <a:t>(table);</a:t>
            </a:r>
          </a:p>
          <a:p>
            <a:r>
              <a:rPr lang="en-GB" sz="1200" kern="120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rPr>
              <a:t>    &lt;/script&gt;</a:t>
            </a:r>
          </a:p>
          <a:p>
            <a:r>
              <a:rPr lang="en-GB" sz="1200" kern="120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rPr>
              <a:t>&lt;/body&gt;</a:t>
            </a:r>
          </a:p>
          <a:p>
            <a:r>
              <a:rPr lang="en-GB" sz="1200" kern="120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rPr>
              <a:t>&lt;/html&gt;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AAF2BA-B9C5-4F1F-A930-6B9AADC1FE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1151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00095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&amp;A/what's next">
    <p:bg>
      <p:bgPr>
        <a:solidFill>
          <a:srgbClr val="EDCD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35880" y="0"/>
            <a:ext cx="7056120" cy="6858000"/>
          </a:xfrm>
          <a:prstGeom prst="rect">
            <a:avLst/>
          </a:prstGeom>
        </p:spPr>
      </p:pic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7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5300" y="5306004"/>
            <a:ext cx="3534471" cy="1186921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sz="1600" b="0"/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5301" y="1914129"/>
            <a:ext cx="3592020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noProof="0" dirty="0"/>
              <a:t>CLICK TO EDIT TITLE</a:t>
            </a:r>
            <a:endParaRPr lang="en-GB" noProof="0" dirty="0"/>
          </a:p>
        </p:txBody>
      </p:sp>
      <p:grpSp>
        <p:nvGrpSpPr>
          <p:cNvPr id="24" name="Group 23"/>
          <p:cNvGrpSpPr/>
          <p:nvPr userDrawn="1"/>
        </p:nvGrpSpPr>
        <p:grpSpPr>
          <a:xfrm>
            <a:off x="-1420" y="3503895"/>
            <a:ext cx="6359624" cy="2437013"/>
            <a:chOff x="-1420" y="3503895"/>
            <a:chExt cx="6359624" cy="2437013"/>
          </a:xfrm>
          <a:solidFill>
            <a:srgbClr val="004050"/>
          </a:solidFill>
        </p:grpSpPr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1420" y="3503895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4768849" y="3504279"/>
              <a:ext cx="1589355" cy="2436629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1420" y="4902788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2212809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34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llow us">
    <p:bg>
      <p:bgPr>
        <a:solidFill>
          <a:srgbClr val="28CF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875020" y="0"/>
            <a:ext cx="6316980" cy="6858000"/>
          </a:xfrm>
          <a:prstGeom prst="rect">
            <a:avLst/>
          </a:prstGeom>
        </p:spPr>
      </p:pic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7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5300" y="5306004"/>
            <a:ext cx="3534471" cy="1186921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sz="1600" b="0"/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5301" y="1914129"/>
            <a:ext cx="3592020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noProof="0" dirty="0"/>
              <a:t>CLICK TO EDIT TITLE</a:t>
            </a:r>
            <a:endParaRPr lang="en-GB" noProof="0" dirty="0"/>
          </a:p>
        </p:txBody>
      </p:sp>
      <p:grpSp>
        <p:nvGrpSpPr>
          <p:cNvPr id="24" name="Group 23"/>
          <p:cNvGrpSpPr/>
          <p:nvPr userDrawn="1"/>
        </p:nvGrpSpPr>
        <p:grpSpPr>
          <a:xfrm>
            <a:off x="-1420" y="3503895"/>
            <a:ext cx="6359624" cy="2437013"/>
            <a:chOff x="-1420" y="3503895"/>
            <a:chExt cx="6359624" cy="2437013"/>
          </a:xfrm>
          <a:solidFill>
            <a:srgbClr val="004050"/>
          </a:solidFill>
        </p:grpSpPr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1420" y="3503895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4768849" y="3504279"/>
              <a:ext cx="1589355" cy="2436629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1420" y="4902788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9864344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3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ction Tips">
    <p:bg>
      <p:bgPr>
        <a:solidFill>
          <a:srgbClr val="EB62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254240" y="0"/>
            <a:ext cx="4937760" cy="6858000"/>
          </a:xfrm>
          <a:prstGeom prst="rect">
            <a:avLst/>
          </a:prstGeom>
        </p:spPr>
      </p:pic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7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5300" y="5306004"/>
            <a:ext cx="3534471" cy="1186921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sz="1600" b="0"/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5301" y="1914129"/>
            <a:ext cx="3592020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noProof="0" dirty="0"/>
              <a:t>CLICK TO EDIT TITLE</a:t>
            </a:r>
            <a:endParaRPr lang="en-GB" noProof="0" dirty="0"/>
          </a:p>
        </p:txBody>
      </p:sp>
      <p:grpSp>
        <p:nvGrpSpPr>
          <p:cNvPr id="2" name="Group 1"/>
          <p:cNvGrpSpPr/>
          <p:nvPr userDrawn="1"/>
        </p:nvGrpSpPr>
        <p:grpSpPr>
          <a:xfrm>
            <a:off x="-1420" y="3503895"/>
            <a:ext cx="6359624" cy="2437013"/>
            <a:chOff x="-1420" y="3503895"/>
            <a:chExt cx="6359624" cy="2437013"/>
          </a:xfrm>
          <a:solidFill>
            <a:srgbClr val="004050"/>
          </a:solidFill>
        </p:grpSpPr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1420" y="3503895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4768849" y="3504279"/>
              <a:ext cx="1589355" cy="2436629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1420" y="4902788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1988764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34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1">
    <p:bg>
      <p:bgPr>
        <a:solidFill>
          <a:srgbClr val="09EDB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44640" y="15240"/>
            <a:ext cx="5547360" cy="6842760"/>
          </a:xfrm>
          <a:prstGeom prst="rect">
            <a:avLst/>
          </a:prstGeom>
        </p:spPr>
      </p:pic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8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5300" y="5306004"/>
            <a:ext cx="3534471" cy="1186921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sz="1600" b="0"/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5301" y="1914129"/>
            <a:ext cx="3592020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noProof="0" dirty="0"/>
              <a:t>CLICK TO EDIT TITLE</a:t>
            </a:r>
            <a:endParaRPr lang="en-GB" noProof="0" dirty="0"/>
          </a:p>
        </p:txBody>
      </p:sp>
      <p:grpSp>
        <p:nvGrpSpPr>
          <p:cNvPr id="16" name="Group 15"/>
          <p:cNvGrpSpPr/>
          <p:nvPr userDrawn="1"/>
        </p:nvGrpSpPr>
        <p:grpSpPr>
          <a:xfrm>
            <a:off x="-1420" y="3503895"/>
            <a:ext cx="6359624" cy="2437013"/>
            <a:chOff x="-1420" y="3503895"/>
            <a:chExt cx="6359624" cy="2437013"/>
          </a:xfrm>
          <a:solidFill>
            <a:srgbClr val="004050"/>
          </a:solidFill>
        </p:grpSpPr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1420" y="3503895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4768849" y="3504279"/>
              <a:ext cx="1589355" cy="2436629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1420" y="4902788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26561057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34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ousekeep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3">
            <a:extLst>
              <a:ext uri="{FF2B5EF4-FFF2-40B4-BE49-F238E27FC236}">
                <a16:creationId xmlns:a16="http://schemas.microsoft.com/office/drawing/2014/main" id="{3344A4B7-0EC8-AD4A-8611-5B12AB419DC2}"/>
              </a:ext>
            </a:extLst>
          </p:cNvPr>
          <p:cNvSpPr/>
          <p:nvPr userDrawn="1"/>
        </p:nvSpPr>
        <p:spPr>
          <a:xfrm>
            <a:off x="0" y="0"/>
            <a:ext cx="11808125" cy="4657785"/>
          </a:xfrm>
          <a:custGeom>
            <a:avLst/>
            <a:gdLst/>
            <a:ahLst/>
            <a:cxnLst/>
            <a:rect l="l" t="t" r="r" b="b"/>
            <a:pathLst>
              <a:path w="15645765" h="6171565">
                <a:moveTo>
                  <a:pt x="12954792" y="0"/>
                </a:moveTo>
                <a:lnTo>
                  <a:pt x="9989330" y="0"/>
                </a:lnTo>
                <a:lnTo>
                  <a:pt x="11612737" y="1621505"/>
                </a:lnTo>
                <a:lnTo>
                  <a:pt x="11603898" y="1638231"/>
                </a:lnTo>
                <a:lnTo>
                  <a:pt x="0" y="1638231"/>
                </a:lnTo>
                <a:lnTo>
                  <a:pt x="0" y="3701600"/>
                </a:lnTo>
                <a:lnTo>
                  <a:pt x="11623393" y="3701600"/>
                </a:lnTo>
                <a:lnTo>
                  <a:pt x="9157358" y="6164994"/>
                </a:lnTo>
                <a:lnTo>
                  <a:pt x="9229199" y="6169201"/>
                </a:lnTo>
                <a:lnTo>
                  <a:pt x="9246778" y="6169604"/>
                </a:lnTo>
                <a:lnTo>
                  <a:pt x="12044487" y="6171255"/>
                </a:lnTo>
                <a:lnTo>
                  <a:pt x="12085365" y="6167625"/>
                </a:lnTo>
                <a:lnTo>
                  <a:pt x="12120998" y="6156469"/>
                </a:lnTo>
                <a:lnTo>
                  <a:pt x="12153240" y="6137640"/>
                </a:lnTo>
                <a:lnTo>
                  <a:pt x="12183945" y="6110993"/>
                </a:lnTo>
                <a:lnTo>
                  <a:pt x="15546143" y="2748262"/>
                </a:lnTo>
                <a:lnTo>
                  <a:pt x="15566761" y="2730440"/>
                </a:lnTo>
                <a:lnTo>
                  <a:pt x="15590311" y="2713899"/>
                </a:lnTo>
                <a:lnTo>
                  <a:pt x="15616627" y="2696820"/>
                </a:lnTo>
                <a:lnTo>
                  <a:pt x="15645546" y="2677383"/>
                </a:lnTo>
                <a:lnTo>
                  <a:pt x="15617183" y="2654144"/>
                </a:lnTo>
                <a:lnTo>
                  <a:pt x="15594873" y="2636172"/>
                </a:lnTo>
                <a:lnTo>
                  <a:pt x="15577002" y="2621305"/>
                </a:lnTo>
                <a:lnTo>
                  <a:pt x="15561955" y="2607381"/>
                </a:lnTo>
                <a:lnTo>
                  <a:pt x="12954792" y="0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0" tIns="0" rIns="0" bIns="0" rtlCol="0"/>
          <a:lstStyle/>
          <a:p>
            <a:endParaRPr sz="1029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4784" y="3433680"/>
            <a:ext cx="5627171" cy="968987"/>
          </a:xfrm>
        </p:spPr>
        <p:txBody>
          <a:bodyPr anchor="t" anchorCtr="0">
            <a:noAutofit/>
          </a:bodyPr>
          <a:lstStyle>
            <a:lvl1pPr algn="l">
              <a:lnSpc>
                <a:spcPts val="6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Housekeeping</a:t>
            </a:r>
            <a:endParaRPr lang="en-GB" noProof="0" dirty="0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4784" y="4894524"/>
            <a:ext cx="5627171" cy="1186921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Char char="•"/>
              <a:tabLst/>
              <a:defRPr sz="2000" b="0">
                <a:solidFill>
                  <a:schemeClr val="bg1"/>
                </a:solidFill>
              </a:defRPr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</p:spTree>
    <p:extLst>
      <p:ext uri="{BB962C8B-B14F-4D97-AF65-F5344CB8AC3E}">
        <p14:creationId xmlns:p14="http://schemas.microsoft.com/office/powerpoint/2010/main" val="42768793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eet &amp; Greet 1">
    <p:bg>
      <p:bgPr>
        <a:solidFill>
          <a:srgbClr val="38E2B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08881" y="-11575"/>
            <a:ext cx="8079261" cy="6875362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4785" y="1706477"/>
            <a:ext cx="5002556" cy="808123"/>
          </a:xfrm>
        </p:spPr>
        <p:txBody>
          <a:bodyPr anchor="t" anchorCtr="0">
            <a:noAutofit/>
          </a:bodyPr>
          <a:lstStyle>
            <a:lvl1pPr algn="l">
              <a:lnSpc>
                <a:spcPts val="6000"/>
              </a:lnSpc>
              <a:defRPr sz="3600">
                <a:solidFill>
                  <a:srgbClr val="004050"/>
                </a:solidFill>
              </a:defRPr>
            </a:lvl1pPr>
          </a:lstStyle>
          <a:p>
            <a:r>
              <a:rPr lang="en-US" noProof="0" dirty="0"/>
              <a:t>Meet &amp; Greet</a:t>
            </a:r>
            <a:endParaRPr lang="en-GB" noProof="0" dirty="0"/>
          </a:p>
        </p:txBody>
      </p:sp>
      <p:sp>
        <p:nvSpPr>
          <p:cNvPr id="18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2915404"/>
            <a:ext cx="4278655" cy="3401576"/>
          </a:xfrm>
        </p:spPr>
        <p:txBody>
          <a:bodyPr/>
          <a:lstStyle>
            <a:lvl1pPr>
              <a:lnSpc>
                <a:spcPct val="100000"/>
              </a:lnSpc>
              <a:defRPr b="0" baseline="0"/>
            </a:lvl1pPr>
          </a:lstStyle>
          <a:p>
            <a:pPr lvl="0"/>
            <a:r>
              <a:rPr lang="en-US" dirty="0"/>
              <a:t>Click to edit instructions</a:t>
            </a:r>
          </a:p>
        </p:txBody>
      </p:sp>
    </p:spTree>
    <p:extLst>
      <p:ext uri="{BB962C8B-B14F-4D97-AF65-F5344CB8AC3E}">
        <p14:creationId xmlns:p14="http://schemas.microsoft.com/office/powerpoint/2010/main" val="40459597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03 Section Divid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6239" y="1556247"/>
            <a:ext cx="5810250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90000"/>
              </a:lnSpc>
              <a:defRPr sz="3600" spc="60" baseline="0">
                <a:solidFill>
                  <a:srgbClr val="004050"/>
                </a:solidFill>
              </a:defRPr>
            </a:lvl1pPr>
          </a:lstStyle>
          <a:p>
            <a:r>
              <a:rPr lang="en-US" noProof="0" dirty="0"/>
              <a:t>CLICK TO EDIT </a:t>
            </a:r>
            <a:br>
              <a:rPr lang="en-US" noProof="0" dirty="0"/>
            </a:br>
            <a:r>
              <a:rPr lang="en-US" noProof="0" dirty="0"/>
              <a:t>MASTER TITLE STYLE</a:t>
            </a:r>
            <a:endParaRPr lang="en-GB" noProof="0" dirty="0"/>
          </a:p>
        </p:txBody>
      </p:sp>
      <p:grpSp>
        <p:nvGrpSpPr>
          <p:cNvPr id="27" name="Group 26"/>
          <p:cNvGrpSpPr/>
          <p:nvPr userDrawn="1"/>
        </p:nvGrpSpPr>
        <p:grpSpPr>
          <a:xfrm>
            <a:off x="-2229" y="2361812"/>
            <a:ext cx="11067619" cy="4502135"/>
            <a:chOff x="-2229" y="2361812"/>
            <a:chExt cx="11067619" cy="4502135"/>
          </a:xfrm>
          <a:solidFill>
            <a:srgbClr val="004050"/>
          </a:solidFill>
        </p:grpSpPr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2229" y="49513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20029218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verview or quotes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004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037137" y="1349984"/>
            <a:ext cx="6770688" cy="5119407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lnSpc>
                <a:spcPct val="100000"/>
              </a:lnSpc>
              <a:buFont typeface="Arial" panose="020B0604020202020204" pitchFamily="34" charset="0"/>
              <a:buChar char="•"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 sz="2000"/>
            </a:lvl3pPr>
            <a:lvl4pPr marL="180000" indent="-180000">
              <a:buFont typeface="Arial" panose="020B0604020202020204" pitchFamily="34" charset="0"/>
              <a:buChar char="•"/>
              <a:defRPr sz="2000"/>
            </a:lvl4pPr>
            <a:lvl5pPr marL="180000" indent="-180000"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DF3D0604-3EEB-7547-A86F-8B3EFC40A3EC}"/>
              </a:ext>
            </a:extLst>
          </p:cNvPr>
          <p:cNvSpPr/>
          <p:nvPr userDrawn="1"/>
        </p:nvSpPr>
        <p:spPr>
          <a:xfrm>
            <a:off x="384784" y="4504759"/>
            <a:ext cx="4321328" cy="1964632"/>
          </a:xfrm>
          <a:custGeom>
            <a:avLst/>
            <a:gdLst>
              <a:gd name="connsiteX0" fmla="*/ 1010833 w 1009650"/>
              <a:gd name="connsiteY0" fmla="*/ 229067 h 457200"/>
              <a:gd name="connsiteX1" fmla="*/ 972733 w 1009650"/>
              <a:gd name="connsiteY1" fmla="*/ 246593 h 457200"/>
              <a:gd name="connsiteX2" fmla="*/ 768072 w 1009650"/>
              <a:gd name="connsiteY2" fmla="*/ 348701 h 457200"/>
              <a:gd name="connsiteX3" fmla="*/ 658853 w 1009650"/>
              <a:gd name="connsiteY3" fmla="*/ 435887 h 457200"/>
              <a:gd name="connsiteX4" fmla="*/ 625770 w 1009650"/>
              <a:gd name="connsiteY4" fmla="*/ 457159 h 457200"/>
              <a:gd name="connsiteX5" fmla="*/ 594020 w 1009650"/>
              <a:gd name="connsiteY5" fmla="*/ 447126 h 457200"/>
              <a:gd name="connsiteX6" fmla="*/ 591352 w 1009650"/>
              <a:gd name="connsiteY6" fmla="*/ 428076 h 457200"/>
              <a:gd name="connsiteX7" fmla="*/ 620117 w 1009650"/>
              <a:gd name="connsiteY7" fmla="*/ 377721 h 457200"/>
              <a:gd name="connsiteX8" fmla="*/ 677966 w 1009650"/>
              <a:gd name="connsiteY8" fmla="*/ 290281 h 457200"/>
              <a:gd name="connsiteX9" fmla="*/ 688507 w 1009650"/>
              <a:gd name="connsiteY9" fmla="*/ 269136 h 457200"/>
              <a:gd name="connsiteX10" fmla="*/ 674410 w 1009650"/>
              <a:gd name="connsiteY10" fmla="*/ 241704 h 457200"/>
              <a:gd name="connsiteX11" fmla="*/ 636310 w 1009650"/>
              <a:gd name="connsiteY11" fmla="*/ 240307 h 457200"/>
              <a:gd name="connsiteX12" fmla="*/ 469495 w 1009650"/>
              <a:gd name="connsiteY12" fmla="*/ 274597 h 457200"/>
              <a:gd name="connsiteX13" fmla="*/ 356846 w 1009650"/>
              <a:gd name="connsiteY13" fmla="*/ 325905 h 457200"/>
              <a:gd name="connsiteX14" fmla="*/ 235752 w 1009650"/>
              <a:gd name="connsiteY14" fmla="*/ 378864 h 457200"/>
              <a:gd name="connsiteX15" fmla="*/ 118468 w 1009650"/>
              <a:gd name="connsiteY15" fmla="*/ 386611 h 457200"/>
              <a:gd name="connsiteX16" fmla="*/ 4168 w 1009650"/>
              <a:gd name="connsiteY16" fmla="*/ 268882 h 457200"/>
              <a:gd name="connsiteX17" fmla="*/ 25186 w 1009650"/>
              <a:gd name="connsiteY17" fmla="*/ 136802 h 457200"/>
              <a:gd name="connsiteX18" fmla="*/ 149075 w 1009650"/>
              <a:gd name="connsiteY18" fmla="*/ 68476 h 457200"/>
              <a:gd name="connsiteX19" fmla="*/ 296649 w 1009650"/>
              <a:gd name="connsiteY19" fmla="*/ 103464 h 457200"/>
              <a:gd name="connsiteX20" fmla="*/ 415076 w 1009650"/>
              <a:gd name="connsiteY20" fmla="*/ 161059 h 457200"/>
              <a:gd name="connsiteX21" fmla="*/ 572429 w 1009650"/>
              <a:gd name="connsiteY21" fmla="*/ 209255 h 457200"/>
              <a:gd name="connsiteX22" fmla="*/ 649836 w 1009650"/>
              <a:gd name="connsiteY22" fmla="*/ 219161 h 457200"/>
              <a:gd name="connsiteX23" fmla="*/ 675236 w 1009650"/>
              <a:gd name="connsiteY23" fmla="*/ 216812 h 457200"/>
              <a:gd name="connsiteX24" fmla="*/ 690125 w 1009650"/>
              <a:gd name="connsiteY24" fmla="*/ 195995 h 457200"/>
              <a:gd name="connsiteX25" fmla="*/ 688317 w 1009650"/>
              <a:gd name="connsiteY25" fmla="*/ 190586 h 457200"/>
              <a:gd name="connsiteX26" fmla="*/ 667934 w 1009650"/>
              <a:gd name="connsiteY26" fmla="*/ 151343 h 457200"/>
              <a:gd name="connsiteX27" fmla="*/ 603036 w 1009650"/>
              <a:gd name="connsiteY27" fmla="*/ 53871 h 457200"/>
              <a:gd name="connsiteX28" fmla="*/ 591098 w 1009650"/>
              <a:gd name="connsiteY28" fmla="*/ 30820 h 457200"/>
              <a:gd name="connsiteX29" fmla="*/ 608179 w 1009650"/>
              <a:gd name="connsiteY29" fmla="*/ 848 h 457200"/>
              <a:gd name="connsiteX30" fmla="*/ 649200 w 1009650"/>
              <a:gd name="connsiteY30" fmla="*/ 12977 h 457200"/>
              <a:gd name="connsiteX31" fmla="*/ 701905 w 1009650"/>
              <a:gd name="connsiteY31" fmla="*/ 60856 h 457200"/>
              <a:gd name="connsiteX32" fmla="*/ 813474 w 1009650"/>
              <a:gd name="connsiteY32" fmla="*/ 134389 h 457200"/>
              <a:gd name="connsiteX33" fmla="*/ 1006642 w 1009650"/>
              <a:gd name="connsiteY33" fmla="*/ 226972 h 457200"/>
              <a:gd name="connsiteX34" fmla="*/ 1010833 w 1009650"/>
              <a:gd name="connsiteY34" fmla="*/ 229067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457200">
                <a:moveTo>
                  <a:pt x="1010833" y="229067"/>
                </a:moveTo>
                <a:cubicBezTo>
                  <a:pt x="997434" y="235417"/>
                  <a:pt x="984925" y="240815"/>
                  <a:pt x="972733" y="246593"/>
                </a:cubicBezTo>
                <a:cubicBezTo>
                  <a:pt x="903581" y="278724"/>
                  <a:pt x="833668" y="309522"/>
                  <a:pt x="768072" y="348701"/>
                </a:cubicBezTo>
                <a:cubicBezTo>
                  <a:pt x="728311" y="373291"/>
                  <a:pt x="691642" y="402562"/>
                  <a:pt x="658853" y="435887"/>
                </a:cubicBezTo>
                <a:cubicBezTo>
                  <a:pt x="650022" y="445921"/>
                  <a:pt x="638563" y="453288"/>
                  <a:pt x="625770" y="457159"/>
                </a:cubicBezTo>
                <a:cubicBezTo>
                  <a:pt x="614145" y="459928"/>
                  <a:pt x="601942" y="456072"/>
                  <a:pt x="594020" y="447126"/>
                </a:cubicBezTo>
                <a:cubicBezTo>
                  <a:pt x="588841" y="442152"/>
                  <a:pt x="587739" y="434281"/>
                  <a:pt x="591352" y="428076"/>
                </a:cubicBezTo>
                <a:cubicBezTo>
                  <a:pt x="600559" y="411122"/>
                  <a:pt x="609703" y="393977"/>
                  <a:pt x="620117" y="377721"/>
                </a:cubicBezTo>
                <a:cubicBezTo>
                  <a:pt x="639167" y="348320"/>
                  <a:pt x="658853" y="319555"/>
                  <a:pt x="677966" y="290281"/>
                </a:cubicBezTo>
                <a:cubicBezTo>
                  <a:pt x="682182" y="283605"/>
                  <a:pt x="685714" y="276521"/>
                  <a:pt x="688507" y="269136"/>
                </a:cubicBezTo>
                <a:cubicBezTo>
                  <a:pt x="693714" y="255801"/>
                  <a:pt x="688507" y="244244"/>
                  <a:pt x="674410" y="241704"/>
                </a:cubicBezTo>
                <a:cubicBezTo>
                  <a:pt x="661836" y="239482"/>
                  <a:pt x="649014" y="239012"/>
                  <a:pt x="636310" y="240307"/>
                </a:cubicBezTo>
                <a:cubicBezTo>
                  <a:pt x="579541" y="245958"/>
                  <a:pt x="523090" y="254975"/>
                  <a:pt x="469495" y="274597"/>
                </a:cubicBezTo>
                <a:cubicBezTo>
                  <a:pt x="431081" y="289732"/>
                  <a:pt x="393480" y="306858"/>
                  <a:pt x="356846" y="325905"/>
                </a:cubicBezTo>
                <a:cubicBezTo>
                  <a:pt x="317159" y="344955"/>
                  <a:pt x="278233" y="366227"/>
                  <a:pt x="235752" y="378864"/>
                </a:cubicBezTo>
                <a:cubicBezTo>
                  <a:pt x="197915" y="391187"/>
                  <a:pt x="157597" y="393850"/>
                  <a:pt x="118468" y="386611"/>
                </a:cubicBezTo>
                <a:cubicBezTo>
                  <a:pt x="60224" y="373808"/>
                  <a:pt x="15244" y="327478"/>
                  <a:pt x="4168" y="268882"/>
                </a:cubicBezTo>
                <a:cubicBezTo>
                  <a:pt x="-4405" y="222463"/>
                  <a:pt x="-849" y="177505"/>
                  <a:pt x="25186" y="136802"/>
                </a:cubicBezTo>
                <a:cubicBezTo>
                  <a:pt x="53888" y="91971"/>
                  <a:pt x="95925" y="69746"/>
                  <a:pt x="149075" y="68476"/>
                </a:cubicBezTo>
                <a:cubicBezTo>
                  <a:pt x="202224" y="67206"/>
                  <a:pt x="249976" y="81557"/>
                  <a:pt x="296649" y="103464"/>
                </a:cubicBezTo>
                <a:cubicBezTo>
                  <a:pt x="336400" y="122133"/>
                  <a:pt x="375875" y="141331"/>
                  <a:pt x="415076" y="161059"/>
                </a:cubicBezTo>
                <a:cubicBezTo>
                  <a:pt x="464691" y="185237"/>
                  <a:pt x="517785" y="201499"/>
                  <a:pt x="572429" y="209255"/>
                </a:cubicBezTo>
                <a:cubicBezTo>
                  <a:pt x="598126" y="213234"/>
                  <a:pt x="623928" y="216536"/>
                  <a:pt x="649836" y="219161"/>
                </a:cubicBezTo>
                <a:cubicBezTo>
                  <a:pt x="658375" y="219866"/>
                  <a:pt x="666971" y="219071"/>
                  <a:pt x="675236" y="216812"/>
                </a:cubicBezTo>
                <a:cubicBezTo>
                  <a:pt x="685095" y="215175"/>
                  <a:pt x="691762" y="205855"/>
                  <a:pt x="690125" y="195995"/>
                </a:cubicBezTo>
                <a:cubicBezTo>
                  <a:pt x="689812" y="194108"/>
                  <a:pt x="689201" y="192282"/>
                  <a:pt x="688317" y="190586"/>
                </a:cubicBezTo>
                <a:cubicBezTo>
                  <a:pt x="682682" y="176935"/>
                  <a:pt x="675862" y="163803"/>
                  <a:pt x="667934" y="151343"/>
                </a:cubicBezTo>
                <a:cubicBezTo>
                  <a:pt x="646724" y="118577"/>
                  <a:pt x="624499" y="86446"/>
                  <a:pt x="603036" y="53871"/>
                </a:cubicBezTo>
                <a:cubicBezTo>
                  <a:pt x="598297" y="46605"/>
                  <a:pt x="594298" y="38883"/>
                  <a:pt x="591098" y="30820"/>
                </a:cubicBezTo>
                <a:cubicBezTo>
                  <a:pt x="584748" y="15771"/>
                  <a:pt x="592304" y="3833"/>
                  <a:pt x="608179" y="848"/>
                </a:cubicBezTo>
                <a:cubicBezTo>
                  <a:pt x="623012" y="-2026"/>
                  <a:pt x="638315" y="2499"/>
                  <a:pt x="649200" y="12977"/>
                </a:cubicBezTo>
                <a:cubicBezTo>
                  <a:pt x="666917" y="28788"/>
                  <a:pt x="683999" y="45298"/>
                  <a:pt x="701905" y="60856"/>
                </a:cubicBezTo>
                <a:cubicBezTo>
                  <a:pt x="735701" y="90165"/>
                  <a:pt x="773214" y="114889"/>
                  <a:pt x="813474" y="134389"/>
                </a:cubicBezTo>
                <a:cubicBezTo>
                  <a:pt x="877674" y="165631"/>
                  <a:pt x="942253" y="196111"/>
                  <a:pt x="1006642" y="226972"/>
                </a:cubicBezTo>
                <a:cubicBezTo>
                  <a:pt x="1007785" y="227226"/>
                  <a:pt x="1008801" y="227924"/>
                  <a:pt x="1010833" y="229067"/>
                </a:cubicBezTo>
                <a:close/>
              </a:path>
            </a:pathLst>
          </a:custGeom>
          <a:solidFill>
            <a:srgbClr val="09EDB8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349984"/>
            <a:ext cx="3443732" cy="2751998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spc="60" baseline="0">
                <a:solidFill>
                  <a:srgbClr val="09EDB8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slide title to sit here</a:t>
            </a:r>
          </a:p>
        </p:txBody>
      </p:sp>
    </p:spTree>
    <p:extLst>
      <p:ext uri="{BB962C8B-B14F-4D97-AF65-F5344CB8AC3E}">
        <p14:creationId xmlns:p14="http://schemas.microsoft.com/office/powerpoint/2010/main" val="35899453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rrow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242034"/>
            <a:ext cx="3694112" cy="2917842"/>
          </a:xfrm>
        </p:spPr>
        <p:txBody>
          <a:bodyPr anchor="b"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6098146" y="579549"/>
            <a:ext cx="5718225" cy="589903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0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 sz="20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2"/>
            <a:r>
              <a:rPr lang="en-GB" dirty="0"/>
              <a:t>Fourth level</a:t>
            </a:r>
          </a:p>
          <a:p>
            <a:pPr lvl="2"/>
            <a:r>
              <a:rPr lang="en-GB" dirty="0"/>
              <a:t>Fifth level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19" name="Group 18"/>
          <p:cNvGrpSpPr/>
          <p:nvPr userDrawn="1"/>
        </p:nvGrpSpPr>
        <p:grpSpPr>
          <a:xfrm>
            <a:off x="-6058" y="3531457"/>
            <a:ext cx="5797612" cy="2365031"/>
            <a:chOff x="-2229" y="2361812"/>
            <a:chExt cx="11067619" cy="4514835"/>
          </a:xfrm>
          <a:solidFill>
            <a:srgbClr val="09EDB8"/>
          </a:solidFill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467" y="49640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3703584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and Image (half screen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5"/>
            <a:ext cx="6143484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5123903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D44E23D4-CD16-B448-8F0A-11F5CE4FAB4C}"/>
              </a:ext>
            </a:extLst>
          </p:cNvPr>
          <p:cNvSpPr/>
          <p:nvPr userDrawn="1"/>
        </p:nvSpPr>
        <p:spPr>
          <a:xfrm>
            <a:off x="3229535" y="4488657"/>
            <a:ext cx="3729957" cy="2369343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641350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lnTo>
                  <a:pt x="350450" y="641432"/>
                </a:lnTo>
                <a:lnTo>
                  <a:pt x="428301" y="641432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cubicBezTo>
                  <a:pt x="668712" y="640352"/>
                  <a:pt x="683761" y="640352"/>
                  <a:pt x="698747" y="640352"/>
                </a:cubicBez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cubicBezTo>
                  <a:pt x="687889" y="141687"/>
                  <a:pt x="670616" y="141687"/>
                  <a:pt x="652138" y="141687"/>
                </a:cubicBez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cubicBezTo>
                  <a:pt x="350704" y="258463"/>
                  <a:pt x="350704" y="300818"/>
                  <a:pt x="350704" y="343045"/>
                </a:cubicBez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cubicBezTo>
                  <a:pt x="300539" y="353142"/>
                  <a:pt x="254564" y="353142"/>
                  <a:pt x="208591" y="352697"/>
                </a:cubicBez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rgbClr val="00EDB3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21148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ctivity 1">
    <p:bg>
      <p:bgPr>
        <a:solidFill>
          <a:srgbClr val="0EEE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27302" y="344971"/>
            <a:ext cx="7475232" cy="285887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 baseline="0">
                <a:solidFill>
                  <a:srgbClr val="004050"/>
                </a:solidFill>
              </a:defRPr>
            </a:lvl1pPr>
          </a:lstStyle>
          <a:p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ACTIVITY: </a:t>
            </a:r>
            <a:br>
              <a:rPr lang="en-US" noProof="0" dirty="0"/>
            </a:br>
            <a:r>
              <a:rPr lang="en-US" noProof="0" dirty="0"/>
              <a:t>CLICK TO EDIT TITLE</a:t>
            </a:r>
            <a:endParaRPr lang="en-GB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327303" y="3525004"/>
            <a:ext cx="7475230" cy="2791976"/>
          </a:xfrm>
        </p:spPr>
        <p:txBody>
          <a:bodyPr/>
          <a:lstStyle>
            <a:lvl1pPr>
              <a:lnSpc>
                <a:spcPct val="100000"/>
              </a:lnSpc>
              <a:defRPr b="0" baseline="0"/>
            </a:lvl1pPr>
          </a:lstStyle>
          <a:p>
            <a:pPr lvl="0"/>
            <a:r>
              <a:rPr lang="en-US" dirty="0"/>
              <a:t>Click to edit instructions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56887D20-DCD6-8E49-BF31-8F4C2FCCD421}"/>
              </a:ext>
            </a:extLst>
          </p:cNvPr>
          <p:cNvSpPr/>
          <p:nvPr userDrawn="1"/>
        </p:nvSpPr>
        <p:spPr>
          <a:xfrm>
            <a:off x="487005" y="518307"/>
            <a:ext cx="3525956" cy="4061544"/>
          </a:xfrm>
          <a:custGeom>
            <a:avLst/>
            <a:gdLst>
              <a:gd name="connsiteX0" fmla="*/ 1008895 w 1003300"/>
              <a:gd name="connsiteY0" fmla="*/ 731076 h 1155700"/>
              <a:gd name="connsiteX1" fmla="*/ 581921 w 1003300"/>
              <a:gd name="connsiteY1" fmla="*/ 1157986 h 1155700"/>
              <a:gd name="connsiteX2" fmla="*/ 581921 w 1003300"/>
              <a:gd name="connsiteY2" fmla="*/ 932371 h 1155700"/>
              <a:gd name="connsiteX3" fmla="*/ 565728 w 1003300"/>
              <a:gd name="connsiteY3" fmla="*/ 932371 h 1155700"/>
              <a:gd name="connsiteX4" fmla="*/ 485337 w 1003300"/>
              <a:gd name="connsiteY4" fmla="*/ 923163 h 1155700"/>
              <a:gd name="connsiteX5" fmla="*/ 405454 w 1003300"/>
              <a:gd name="connsiteY5" fmla="*/ 877824 h 1155700"/>
              <a:gd name="connsiteX6" fmla="*/ 306585 w 1003300"/>
              <a:gd name="connsiteY6" fmla="*/ 784035 h 1155700"/>
              <a:gd name="connsiteX7" fmla="*/ 114497 w 1003300"/>
              <a:gd name="connsiteY7" fmla="*/ 591312 h 1155700"/>
              <a:gd name="connsiteX8" fmla="*/ 29534 w 1003300"/>
              <a:gd name="connsiteY8" fmla="*/ 484251 h 1155700"/>
              <a:gd name="connsiteX9" fmla="*/ 7500 w 1003300"/>
              <a:gd name="connsiteY9" fmla="*/ 408051 h 1155700"/>
              <a:gd name="connsiteX10" fmla="*/ 452 w 1003300"/>
              <a:gd name="connsiteY10" fmla="*/ 282766 h 1155700"/>
              <a:gd name="connsiteX11" fmla="*/ 452 w 1003300"/>
              <a:gd name="connsiteY11" fmla="*/ 10668 h 1155700"/>
              <a:gd name="connsiteX12" fmla="*/ 452 w 1003300"/>
              <a:gd name="connsiteY12" fmla="*/ 1333 h 1155700"/>
              <a:gd name="connsiteX13" fmla="*/ 201937 w 1003300"/>
              <a:gd name="connsiteY13" fmla="*/ 203200 h 1155700"/>
              <a:gd name="connsiteX14" fmla="*/ 405137 w 1003300"/>
              <a:gd name="connsiteY14" fmla="*/ 0 h 1155700"/>
              <a:gd name="connsiteX15" fmla="*/ 405137 w 1003300"/>
              <a:gd name="connsiteY15" fmla="*/ 527876 h 1155700"/>
              <a:gd name="connsiteX16" fmla="*/ 573221 w 1003300"/>
              <a:gd name="connsiteY16" fmla="*/ 527876 h 1155700"/>
              <a:gd name="connsiteX17" fmla="*/ 581984 w 1003300"/>
              <a:gd name="connsiteY17" fmla="*/ 518732 h 1155700"/>
              <a:gd name="connsiteX18" fmla="*/ 581984 w 1003300"/>
              <a:gd name="connsiteY18" fmla="*/ 303975 h 1155700"/>
              <a:gd name="connsiteX19" fmla="*/ 1008895 w 1003300"/>
              <a:gd name="connsiteY19" fmla="*/ 731076 h 1155700"/>
              <a:gd name="connsiteX20" fmla="*/ 649929 w 1003300"/>
              <a:gd name="connsiteY20" fmla="*/ 864426 h 1155700"/>
              <a:gd name="connsiteX21" fmla="*/ 649929 w 1003300"/>
              <a:gd name="connsiteY21" fmla="*/ 991807 h 1155700"/>
              <a:gd name="connsiteX22" fmla="*/ 911359 w 1003300"/>
              <a:gd name="connsiteY22" fmla="*/ 730568 h 1155700"/>
              <a:gd name="connsiteX23" fmla="*/ 649231 w 1003300"/>
              <a:gd name="connsiteY23" fmla="*/ 468376 h 1155700"/>
              <a:gd name="connsiteX24" fmla="*/ 649231 w 1003300"/>
              <a:gd name="connsiteY24" fmla="*/ 595693 h 1155700"/>
              <a:gd name="connsiteX25" fmla="*/ 216732 w 1003300"/>
              <a:gd name="connsiteY25" fmla="*/ 595693 h 1155700"/>
              <a:gd name="connsiteX26" fmla="*/ 221558 w 1003300"/>
              <a:gd name="connsiteY26" fmla="*/ 601091 h 1155700"/>
              <a:gd name="connsiteX27" fmla="*/ 427870 w 1003300"/>
              <a:gd name="connsiteY27" fmla="*/ 807720 h 1155700"/>
              <a:gd name="connsiteX28" fmla="*/ 542170 w 1003300"/>
              <a:gd name="connsiteY28" fmla="*/ 862457 h 1155700"/>
              <a:gd name="connsiteX29" fmla="*/ 624720 w 1003300"/>
              <a:gd name="connsiteY29" fmla="*/ 864426 h 1155700"/>
              <a:gd name="connsiteX30" fmla="*/ 649929 w 1003300"/>
              <a:gd name="connsiteY30" fmla="*/ 864426 h 1155700"/>
              <a:gd name="connsiteX31" fmla="*/ 68523 w 1003300"/>
              <a:gd name="connsiteY31" fmla="*/ 162941 h 1155700"/>
              <a:gd name="connsiteX32" fmla="*/ 68142 w 1003300"/>
              <a:gd name="connsiteY32" fmla="*/ 168275 h 1155700"/>
              <a:gd name="connsiteX33" fmla="*/ 68460 w 1003300"/>
              <a:gd name="connsiteY33" fmla="*/ 339725 h 1155700"/>
              <a:gd name="connsiteX34" fmla="*/ 75318 w 1003300"/>
              <a:gd name="connsiteY34" fmla="*/ 411162 h 1155700"/>
              <a:gd name="connsiteX35" fmla="*/ 127325 w 1003300"/>
              <a:gd name="connsiteY35" fmla="*/ 494665 h 1155700"/>
              <a:gd name="connsiteX36" fmla="*/ 203207 w 1003300"/>
              <a:gd name="connsiteY36" fmla="*/ 521780 h 1155700"/>
              <a:gd name="connsiteX37" fmla="*/ 333889 w 1003300"/>
              <a:gd name="connsiteY37" fmla="*/ 527558 h 1155700"/>
              <a:gd name="connsiteX38" fmla="*/ 336937 w 1003300"/>
              <a:gd name="connsiteY38" fmla="*/ 526732 h 1155700"/>
              <a:gd name="connsiteX39" fmla="*/ 336938 w 1003300"/>
              <a:gd name="connsiteY39" fmla="*/ 162243 h 1155700"/>
              <a:gd name="connsiteX40" fmla="*/ 202508 w 1003300"/>
              <a:gd name="connsiteY40" fmla="*/ 295021 h 1155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003300" h="1155700">
                <a:moveTo>
                  <a:pt x="1008895" y="731076"/>
                </a:moveTo>
                <a:lnTo>
                  <a:pt x="581921" y="1157986"/>
                </a:lnTo>
                <a:lnTo>
                  <a:pt x="581921" y="932371"/>
                </a:lnTo>
                <a:lnTo>
                  <a:pt x="565728" y="932371"/>
                </a:lnTo>
                <a:cubicBezTo>
                  <a:pt x="538636" y="932998"/>
                  <a:pt x="511586" y="929900"/>
                  <a:pt x="485337" y="923163"/>
                </a:cubicBezTo>
                <a:cubicBezTo>
                  <a:pt x="455495" y="914588"/>
                  <a:pt x="428116" y="899048"/>
                  <a:pt x="405454" y="877824"/>
                </a:cubicBezTo>
                <a:cubicBezTo>
                  <a:pt x="371736" y="847407"/>
                  <a:pt x="338843" y="815975"/>
                  <a:pt x="306585" y="784035"/>
                </a:cubicBezTo>
                <a:cubicBezTo>
                  <a:pt x="242111" y="720238"/>
                  <a:pt x="178082" y="655997"/>
                  <a:pt x="114497" y="591312"/>
                </a:cubicBezTo>
                <a:cubicBezTo>
                  <a:pt x="82430" y="558737"/>
                  <a:pt x="52140" y="524510"/>
                  <a:pt x="29534" y="484251"/>
                </a:cubicBezTo>
                <a:cubicBezTo>
                  <a:pt x="16810" y="460725"/>
                  <a:pt x="9295" y="434737"/>
                  <a:pt x="7500" y="408051"/>
                </a:cubicBezTo>
                <a:cubicBezTo>
                  <a:pt x="3944" y="366395"/>
                  <a:pt x="1150" y="324548"/>
                  <a:pt x="452" y="282766"/>
                </a:cubicBezTo>
                <a:cubicBezTo>
                  <a:pt x="-565" y="192087"/>
                  <a:pt x="452" y="101346"/>
                  <a:pt x="452" y="10668"/>
                </a:cubicBezTo>
                <a:lnTo>
                  <a:pt x="452" y="1333"/>
                </a:lnTo>
                <a:cubicBezTo>
                  <a:pt x="67952" y="68961"/>
                  <a:pt x="134817" y="135890"/>
                  <a:pt x="201937" y="203200"/>
                </a:cubicBezTo>
                <a:lnTo>
                  <a:pt x="405137" y="0"/>
                </a:lnTo>
                <a:lnTo>
                  <a:pt x="405137" y="527876"/>
                </a:lnTo>
                <a:cubicBezTo>
                  <a:pt x="408185" y="527876"/>
                  <a:pt x="519818" y="527876"/>
                  <a:pt x="573221" y="527876"/>
                </a:cubicBezTo>
                <a:cubicBezTo>
                  <a:pt x="580524" y="527876"/>
                  <a:pt x="581984" y="525463"/>
                  <a:pt x="581984" y="518732"/>
                </a:cubicBezTo>
                <a:cubicBezTo>
                  <a:pt x="581984" y="449516"/>
                  <a:pt x="581984" y="305435"/>
                  <a:pt x="581984" y="303975"/>
                </a:cubicBezTo>
                <a:cubicBezTo>
                  <a:pt x="580778" y="304292"/>
                  <a:pt x="1010038" y="732028"/>
                  <a:pt x="1008895" y="731076"/>
                </a:cubicBezTo>
                <a:close/>
                <a:moveTo>
                  <a:pt x="649929" y="864426"/>
                </a:moveTo>
                <a:lnTo>
                  <a:pt x="649929" y="991807"/>
                </a:lnTo>
                <a:cubicBezTo>
                  <a:pt x="737601" y="904092"/>
                  <a:pt x="824745" y="817012"/>
                  <a:pt x="911359" y="730568"/>
                </a:cubicBezTo>
                <a:lnTo>
                  <a:pt x="649231" y="468376"/>
                </a:lnTo>
                <a:lnTo>
                  <a:pt x="649231" y="595693"/>
                </a:lnTo>
                <a:lnTo>
                  <a:pt x="216732" y="595693"/>
                </a:lnTo>
                <a:cubicBezTo>
                  <a:pt x="218955" y="598170"/>
                  <a:pt x="220162" y="599757"/>
                  <a:pt x="221558" y="601091"/>
                </a:cubicBezTo>
                <a:cubicBezTo>
                  <a:pt x="290265" y="669967"/>
                  <a:pt x="359036" y="738844"/>
                  <a:pt x="427870" y="807720"/>
                </a:cubicBezTo>
                <a:cubicBezTo>
                  <a:pt x="459620" y="839470"/>
                  <a:pt x="496894" y="859473"/>
                  <a:pt x="542170" y="862457"/>
                </a:cubicBezTo>
                <a:cubicBezTo>
                  <a:pt x="569665" y="864235"/>
                  <a:pt x="597288" y="863854"/>
                  <a:pt x="624720" y="864426"/>
                </a:cubicBezTo>
                <a:cubicBezTo>
                  <a:pt x="632721" y="864553"/>
                  <a:pt x="640404" y="864426"/>
                  <a:pt x="649929" y="864426"/>
                </a:cubicBezTo>
                <a:close/>
                <a:moveTo>
                  <a:pt x="68523" y="162941"/>
                </a:moveTo>
                <a:cubicBezTo>
                  <a:pt x="68523" y="164402"/>
                  <a:pt x="68142" y="166370"/>
                  <a:pt x="68142" y="168275"/>
                </a:cubicBezTo>
                <a:cubicBezTo>
                  <a:pt x="68142" y="225425"/>
                  <a:pt x="67507" y="282575"/>
                  <a:pt x="68460" y="339725"/>
                </a:cubicBezTo>
                <a:cubicBezTo>
                  <a:pt x="68770" y="363686"/>
                  <a:pt x="71064" y="387580"/>
                  <a:pt x="75318" y="411162"/>
                </a:cubicBezTo>
                <a:cubicBezTo>
                  <a:pt x="81668" y="445326"/>
                  <a:pt x="97289" y="474662"/>
                  <a:pt x="127325" y="494665"/>
                </a:cubicBezTo>
                <a:cubicBezTo>
                  <a:pt x="150463" y="508873"/>
                  <a:pt x="176305" y="518107"/>
                  <a:pt x="203207" y="521780"/>
                </a:cubicBezTo>
                <a:cubicBezTo>
                  <a:pt x="246514" y="529273"/>
                  <a:pt x="290265" y="527621"/>
                  <a:pt x="333889" y="527558"/>
                </a:cubicBezTo>
                <a:cubicBezTo>
                  <a:pt x="334936" y="527411"/>
                  <a:pt x="335960" y="527133"/>
                  <a:pt x="336937" y="526732"/>
                </a:cubicBezTo>
                <a:lnTo>
                  <a:pt x="336938" y="162243"/>
                </a:lnTo>
                <a:lnTo>
                  <a:pt x="202508" y="295021"/>
                </a:lnTo>
                <a:close/>
              </a:path>
            </a:pathLst>
          </a:custGeom>
          <a:solidFill>
            <a:schemeClr val="accent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68870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01 Section Divi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-609" y="0"/>
            <a:ext cx="12192609" cy="6858000"/>
          </a:xfrm>
          <a:prstGeom prst="rect">
            <a:avLst/>
          </a:prstGeom>
          <a:solidFill>
            <a:srgbClr val="28CF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object 3">
            <a:extLst>
              <a:ext uri="{FF2B5EF4-FFF2-40B4-BE49-F238E27FC236}">
                <a16:creationId xmlns:a16="http://schemas.microsoft.com/office/drawing/2014/main" id="{3344A4B7-0EC8-AD4A-8611-5B12AB419DC2}"/>
              </a:ext>
            </a:extLst>
          </p:cNvPr>
          <p:cNvSpPr/>
          <p:nvPr userDrawn="1"/>
        </p:nvSpPr>
        <p:spPr>
          <a:xfrm>
            <a:off x="0" y="0"/>
            <a:ext cx="11808125" cy="4657785"/>
          </a:xfrm>
          <a:custGeom>
            <a:avLst/>
            <a:gdLst/>
            <a:ahLst/>
            <a:cxnLst/>
            <a:rect l="l" t="t" r="r" b="b"/>
            <a:pathLst>
              <a:path w="15645765" h="6171565">
                <a:moveTo>
                  <a:pt x="12954792" y="0"/>
                </a:moveTo>
                <a:lnTo>
                  <a:pt x="9989330" y="0"/>
                </a:lnTo>
                <a:lnTo>
                  <a:pt x="11612737" y="1621505"/>
                </a:lnTo>
                <a:lnTo>
                  <a:pt x="11603898" y="1638231"/>
                </a:lnTo>
                <a:lnTo>
                  <a:pt x="0" y="1638231"/>
                </a:lnTo>
                <a:lnTo>
                  <a:pt x="0" y="3701600"/>
                </a:lnTo>
                <a:lnTo>
                  <a:pt x="11623393" y="3701600"/>
                </a:lnTo>
                <a:lnTo>
                  <a:pt x="9157358" y="6164994"/>
                </a:lnTo>
                <a:lnTo>
                  <a:pt x="9229199" y="6169201"/>
                </a:lnTo>
                <a:lnTo>
                  <a:pt x="9246778" y="6169604"/>
                </a:lnTo>
                <a:lnTo>
                  <a:pt x="12044487" y="6171255"/>
                </a:lnTo>
                <a:lnTo>
                  <a:pt x="12085365" y="6167625"/>
                </a:lnTo>
                <a:lnTo>
                  <a:pt x="12120998" y="6156469"/>
                </a:lnTo>
                <a:lnTo>
                  <a:pt x="12153240" y="6137640"/>
                </a:lnTo>
                <a:lnTo>
                  <a:pt x="12183945" y="6110993"/>
                </a:lnTo>
                <a:lnTo>
                  <a:pt x="15546143" y="2748262"/>
                </a:lnTo>
                <a:lnTo>
                  <a:pt x="15566761" y="2730440"/>
                </a:lnTo>
                <a:lnTo>
                  <a:pt x="15590311" y="2713899"/>
                </a:lnTo>
                <a:lnTo>
                  <a:pt x="15616627" y="2696820"/>
                </a:lnTo>
                <a:lnTo>
                  <a:pt x="15645546" y="2677383"/>
                </a:lnTo>
                <a:lnTo>
                  <a:pt x="15617183" y="2654144"/>
                </a:lnTo>
                <a:lnTo>
                  <a:pt x="15594873" y="2636172"/>
                </a:lnTo>
                <a:lnTo>
                  <a:pt x="15577002" y="2621305"/>
                </a:lnTo>
                <a:lnTo>
                  <a:pt x="15561955" y="2607381"/>
                </a:lnTo>
                <a:lnTo>
                  <a:pt x="12954792" y="0"/>
                </a:lnTo>
                <a:close/>
              </a:path>
            </a:pathLst>
          </a:custGeom>
          <a:solidFill>
            <a:srgbClr val="004050"/>
          </a:solidFill>
        </p:spPr>
        <p:txBody>
          <a:bodyPr wrap="square" lIns="0" tIns="0" rIns="0" bIns="0" rtlCol="0"/>
          <a:lstStyle/>
          <a:p>
            <a:endParaRPr sz="1029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6238" y="2779800"/>
            <a:ext cx="5627171" cy="1682133"/>
          </a:xfrm>
        </p:spPr>
        <p:txBody>
          <a:bodyPr anchor="b" anchorCtr="0">
            <a:noAutofit/>
          </a:bodyPr>
          <a:lstStyle>
            <a:lvl1pPr algn="l">
              <a:lnSpc>
                <a:spcPts val="6000"/>
              </a:lnSpc>
              <a:defRPr sz="3600" spc="60" baseline="0">
                <a:solidFill>
                  <a:srgbClr val="004050"/>
                </a:solidFill>
              </a:defRPr>
            </a:lvl1pPr>
          </a:lstStyle>
          <a:p>
            <a:r>
              <a:rPr lang="en-US" noProof="0" dirty="0"/>
              <a:t>CLICK TO EDIT MASTER TITLE STYLE</a:t>
            </a:r>
            <a:endParaRPr lang="en-GB" noProof="0" dirty="0"/>
          </a:p>
        </p:txBody>
      </p:sp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405" y="399619"/>
            <a:ext cx="857393" cy="522401"/>
          </a:xfrm>
          <a:prstGeom prst="rect">
            <a:avLst/>
          </a:prstGeom>
        </p:spPr>
      </p:pic>
      <p:sp>
        <p:nvSpPr>
          <p:cNvPr id="7" name="Rectangle 6"/>
          <p:cNvSpPr/>
          <p:nvPr userDrawn="1"/>
        </p:nvSpPr>
        <p:spPr>
          <a:xfrm>
            <a:off x="758190" y="769620"/>
            <a:ext cx="379608" cy="110490"/>
          </a:xfrm>
          <a:prstGeom prst="rect">
            <a:avLst/>
          </a:prstGeom>
          <a:solidFill>
            <a:srgbClr val="28CF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61448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Text Slide - With side bar C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28CF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349984"/>
            <a:ext cx="3443732" cy="2751998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spc="60" baseline="0">
                <a:solidFill>
                  <a:srgbClr val="004050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slide title to sit here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037138" y="1349984"/>
            <a:ext cx="5803900" cy="409416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buFont typeface="Arial" panose="020B0604020202020204" pitchFamily="34" charset="0"/>
              <a:buChar char="•"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magna.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35B5D0DF-4895-DB4F-85D9-C3FFDE55B8C8}"/>
              </a:ext>
            </a:extLst>
          </p:cNvPr>
          <p:cNvSpPr/>
          <p:nvPr userDrawn="1"/>
        </p:nvSpPr>
        <p:spPr>
          <a:xfrm>
            <a:off x="384784" y="4708688"/>
            <a:ext cx="4136901" cy="1728688"/>
          </a:xfrm>
          <a:custGeom>
            <a:avLst/>
            <a:gdLst>
              <a:gd name="connsiteX0" fmla="*/ 1041083 w 1035050"/>
              <a:gd name="connsiteY0" fmla="*/ 232283 h 527050"/>
              <a:gd name="connsiteX1" fmla="*/ 1041083 w 1035050"/>
              <a:gd name="connsiteY1" fmla="*/ 300545 h 527050"/>
              <a:gd name="connsiteX2" fmla="*/ 807403 w 1035050"/>
              <a:gd name="connsiteY2" fmla="*/ 532448 h 527050"/>
              <a:gd name="connsiteX3" fmla="*/ 738569 w 1035050"/>
              <a:gd name="connsiteY3" fmla="*/ 532448 h 527050"/>
              <a:gd name="connsiteX4" fmla="*/ 849249 w 1035050"/>
              <a:gd name="connsiteY4" fmla="*/ 300545 h 527050"/>
              <a:gd name="connsiteX5" fmla="*/ 564071 w 1035050"/>
              <a:gd name="connsiteY5" fmla="*/ 300545 h 527050"/>
              <a:gd name="connsiteX6" fmla="*/ 330454 w 1035050"/>
              <a:gd name="connsiteY6" fmla="*/ 532448 h 527050"/>
              <a:gd name="connsiteX7" fmla="*/ 261430 w 1035050"/>
              <a:gd name="connsiteY7" fmla="*/ 532448 h 527050"/>
              <a:gd name="connsiteX8" fmla="*/ 355854 w 1035050"/>
              <a:gd name="connsiteY8" fmla="*/ 314769 h 527050"/>
              <a:gd name="connsiteX9" fmla="*/ 202819 w 1035050"/>
              <a:gd name="connsiteY9" fmla="*/ 532448 h 527050"/>
              <a:gd name="connsiteX10" fmla="*/ 134049 w 1035050"/>
              <a:gd name="connsiteY10" fmla="*/ 532448 h 527050"/>
              <a:gd name="connsiteX11" fmla="*/ 232220 w 1035050"/>
              <a:gd name="connsiteY11" fmla="*/ 311277 h 527050"/>
              <a:gd name="connsiteX12" fmla="*/ 68771 w 1035050"/>
              <a:gd name="connsiteY12" fmla="*/ 532448 h 527050"/>
              <a:gd name="connsiteX13" fmla="*/ 0 w 1035050"/>
              <a:gd name="connsiteY13" fmla="*/ 532448 h 527050"/>
              <a:gd name="connsiteX14" fmla="*/ 162751 w 1035050"/>
              <a:gd name="connsiteY14" fmla="*/ 266192 h 527050"/>
              <a:gd name="connsiteX15" fmla="*/ 0 w 1035050"/>
              <a:gd name="connsiteY15" fmla="*/ 0 h 527050"/>
              <a:gd name="connsiteX16" fmla="*/ 68771 w 1035050"/>
              <a:gd name="connsiteY16" fmla="*/ 0 h 527050"/>
              <a:gd name="connsiteX17" fmla="*/ 231712 w 1035050"/>
              <a:gd name="connsiteY17" fmla="*/ 221107 h 527050"/>
              <a:gd name="connsiteX18" fmla="*/ 134049 w 1035050"/>
              <a:gd name="connsiteY18" fmla="*/ 381 h 527050"/>
              <a:gd name="connsiteX19" fmla="*/ 202819 w 1035050"/>
              <a:gd name="connsiteY19" fmla="*/ 381 h 527050"/>
              <a:gd name="connsiteX20" fmla="*/ 355918 w 1035050"/>
              <a:gd name="connsiteY20" fmla="*/ 218059 h 527050"/>
              <a:gd name="connsiteX21" fmla="*/ 261430 w 1035050"/>
              <a:gd name="connsiteY21" fmla="*/ 381 h 527050"/>
              <a:gd name="connsiteX22" fmla="*/ 330264 w 1035050"/>
              <a:gd name="connsiteY22" fmla="*/ 381 h 527050"/>
              <a:gd name="connsiteX23" fmla="*/ 564071 w 1035050"/>
              <a:gd name="connsiteY23" fmla="*/ 232283 h 527050"/>
              <a:gd name="connsiteX24" fmla="*/ 849440 w 1035050"/>
              <a:gd name="connsiteY24" fmla="*/ 232283 h 527050"/>
              <a:gd name="connsiteX25" fmla="*/ 738759 w 1035050"/>
              <a:gd name="connsiteY25" fmla="*/ 381 h 527050"/>
              <a:gd name="connsiteX26" fmla="*/ 807593 w 1035050"/>
              <a:gd name="connsiteY26" fmla="*/ 381 h 527050"/>
              <a:gd name="connsiteX27" fmla="*/ 1041083 w 1035050"/>
              <a:gd name="connsiteY27" fmla="*/ 232283 h 52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035050" h="527050">
                <a:moveTo>
                  <a:pt x="1041083" y="232283"/>
                </a:moveTo>
                <a:lnTo>
                  <a:pt x="1041083" y="300545"/>
                </a:lnTo>
                <a:cubicBezTo>
                  <a:pt x="912573" y="300194"/>
                  <a:pt x="808032" y="403939"/>
                  <a:pt x="807403" y="532448"/>
                </a:cubicBezTo>
                <a:lnTo>
                  <a:pt x="738569" y="532448"/>
                </a:lnTo>
                <a:cubicBezTo>
                  <a:pt x="738665" y="442426"/>
                  <a:pt x="779322" y="357240"/>
                  <a:pt x="849249" y="300545"/>
                </a:cubicBezTo>
                <a:lnTo>
                  <a:pt x="564071" y="300545"/>
                </a:lnTo>
                <a:cubicBezTo>
                  <a:pt x="435571" y="300194"/>
                  <a:pt x="331049" y="403949"/>
                  <a:pt x="330454" y="532448"/>
                </a:cubicBezTo>
                <a:lnTo>
                  <a:pt x="261430" y="532448"/>
                </a:lnTo>
                <a:cubicBezTo>
                  <a:pt x="261469" y="449957"/>
                  <a:pt x="295649" y="371162"/>
                  <a:pt x="355854" y="314769"/>
                </a:cubicBezTo>
                <a:cubicBezTo>
                  <a:pt x="264255" y="348074"/>
                  <a:pt x="203155" y="434982"/>
                  <a:pt x="202819" y="532448"/>
                </a:cubicBezTo>
                <a:lnTo>
                  <a:pt x="134049" y="532448"/>
                </a:lnTo>
                <a:cubicBezTo>
                  <a:pt x="134077" y="448170"/>
                  <a:pt x="169736" y="367833"/>
                  <a:pt x="232220" y="311277"/>
                </a:cubicBezTo>
                <a:cubicBezTo>
                  <a:pt x="135308" y="341431"/>
                  <a:pt x="69149" y="430954"/>
                  <a:pt x="68771" y="532448"/>
                </a:cubicBezTo>
                <a:lnTo>
                  <a:pt x="0" y="532448"/>
                </a:lnTo>
                <a:cubicBezTo>
                  <a:pt x="242" y="420258"/>
                  <a:pt x="63014" y="317565"/>
                  <a:pt x="162751" y="266192"/>
                </a:cubicBezTo>
                <a:cubicBezTo>
                  <a:pt x="63024" y="214841"/>
                  <a:pt x="251" y="112170"/>
                  <a:pt x="0" y="0"/>
                </a:cubicBezTo>
                <a:lnTo>
                  <a:pt x="68771" y="0"/>
                </a:lnTo>
                <a:cubicBezTo>
                  <a:pt x="69086" y="101339"/>
                  <a:pt x="135011" y="190797"/>
                  <a:pt x="231712" y="221107"/>
                </a:cubicBezTo>
                <a:cubicBezTo>
                  <a:pt x="169531" y="164565"/>
                  <a:pt x="134072" y="84425"/>
                  <a:pt x="134049" y="381"/>
                </a:cubicBezTo>
                <a:lnTo>
                  <a:pt x="202819" y="381"/>
                </a:lnTo>
                <a:cubicBezTo>
                  <a:pt x="203128" y="97875"/>
                  <a:pt x="264269" y="184807"/>
                  <a:pt x="355918" y="218059"/>
                </a:cubicBezTo>
                <a:cubicBezTo>
                  <a:pt x="295689" y="161678"/>
                  <a:pt x="261486" y="82882"/>
                  <a:pt x="261430" y="381"/>
                </a:cubicBezTo>
                <a:lnTo>
                  <a:pt x="330264" y="381"/>
                </a:lnTo>
                <a:cubicBezTo>
                  <a:pt x="330893" y="128940"/>
                  <a:pt x="435511" y="232705"/>
                  <a:pt x="564071" y="232283"/>
                </a:cubicBezTo>
                <a:lnTo>
                  <a:pt x="849440" y="232283"/>
                </a:lnTo>
                <a:cubicBezTo>
                  <a:pt x="779505" y="175595"/>
                  <a:pt x="738847" y="90405"/>
                  <a:pt x="738759" y="381"/>
                </a:cubicBezTo>
                <a:lnTo>
                  <a:pt x="807593" y="381"/>
                </a:lnTo>
                <a:cubicBezTo>
                  <a:pt x="808223" y="128815"/>
                  <a:pt x="912647" y="232530"/>
                  <a:pt x="1041083" y="232283"/>
                </a:cubicBezTo>
                <a:close/>
              </a:path>
            </a:pathLst>
          </a:custGeom>
          <a:solidFill>
            <a:srgbClr val="004050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8870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Text Slid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242034"/>
            <a:ext cx="3694112" cy="2917842"/>
          </a:xfrm>
        </p:spPr>
        <p:txBody>
          <a:bodyPr anchor="b"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18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6098146" y="579549"/>
            <a:ext cx="5718225" cy="589903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0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 sz="20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2"/>
            <a:r>
              <a:rPr lang="en-GB" dirty="0"/>
              <a:t>Fourth level</a:t>
            </a:r>
          </a:p>
          <a:p>
            <a:pPr lvl="2"/>
            <a:r>
              <a:rPr lang="en-GB" dirty="0"/>
              <a:t>Fifth level</a:t>
            </a:r>
          </a:p>
        </p:txBody>
      </p:sp>
      <p:grpSp>
        <p:nvGrpSpPr>
          <p:cNvPr id="21" name="Group 20"/>
          <p:cNvGrpSpPr/>
          <p:nvPr userDrawn="1"/>
        </p:nvGrpSpPr>
        <p:grpSpPr>
          <a:xfrm>
            <a:off x="-6058" y="3531457"/>
            <a:ext cx="5797612" cy="2365031"/>
            <a:chOff x="-2229" y="2361812"/>
            <a:chExt cx="11067619" cy="4514835"/>
          </a:xfrm>
          <a:solidFill>
            <a:srgbClr val="28CFF9"/>
          </a:solidFill>
        </p:grpSpPr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467" y="49640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8221067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 and Image (half screen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5"/>
            <a:ext cx="6143484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5123903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D44E23D4-CD16-B448-8F0A-11F5CE4FAB4C}"/>
              </a:ext>
            </a:extLst>
          </p:cNvPr>
          <p:cNvSpPr/>
          <p:nvPr userDrawn="1"/>
        </p:nvSpPr>
        <p:spPr>
          <a:xfrm>
            <a:off x="3229535" y="4488657"/>
            <a:ext cx="3729957" cy="2369343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641350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lnTo>
                  <a:pt x="350450" y="641432"/>
                </a:lnTo>
                <a:lnTo>
                  <a:pt x="428301" y="641432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cubicBezTo>
                  <a:pt x="668712" y="640352"/>
                  <a:pt x="683761" y="640352"/>
                  <a:pt x="698747" y="640352"/>
                </a:cubicBez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cubicBezTo>
                  <a:pt x="687889" y="141687"/>
                  <a:pt x="670616" y="141687"/>
                  <a:pt x="652138" y="141687"/>
                </a:cubicBez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cubicBezTo>
                  <a:pt x="350704" y="258463"/>
                  <a:pt x="350704" y="300818"/>
                  <a:pt x="350704" y="343045"/>
                </a:cubicBez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cubicBezTo>
                  <a:pt x="300539" y="353142"/>
                  <a:pt x="254564" y="353142"/>
                  <a:pt x="208591" y="352697"/>
                </a:cubicBez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rgbClr val="28CFF9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47252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Activity 1">
    <p:bg>
      <p:bgPr>
        <a:solidFill>
          <a:srgbClr val="28CF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9">
            <a:extLst>
              <a:ext uri="{FF2B5EF4-FFF2-40B4-BE49-F238E27FC236}">
                <a16:creationId xmlns:a16="http://schemas.microsoft.com/office/drawing/2014/main" id="{56887D20-DCD6-8E49-BF31-8F4C2FCCD421}"/>
              </a:ext>
            </a:extLst>
          </p:cNvPr>
          <p:cNvSpPr/>
          <p:nvPr userDrawn="1"/>
        </p:nvSpPr>
        <p:spPr>
          <a:xfrm>
            <a:off x="487005" y="518307"/>
            <a:ext cx="3525956" cy="4061544"/>
          </a:xfrm>
          <a:custGeom>
            <a:avLst/>
            <a:gdLst>
              <a:gd name="connsiteX0" fmla="*/ 1008895 w 1003300"/>
              <a:gd name="connsiteY0" fmla="*/ 731076 h 1155700"/>
              <a:gd name="connsiteX1" fmla="*/ 581921 w 1003300"/>
              <a:gd name="connsiteY1" fmla="*/ 1157986 h 1155700"/>
              <a:gd name="connsiteX2" fmla="*/ 581921 w 1003300"/>
              <a:gd name="connsiteY2" fmla="*/ 932371 h 1155700"/>
              <a:gd name="connsiteX3" fmla="*/ 565728 w 1003300"/>
              <a:gd name="connsiteY3" fmla="*/ 932371 h 1155700"/>
              <a:gd name="connsiteX4" fmla="*/ 485337 w 1003300"/>
              <a:gd name="connsiteY4" fmla="*/ 923163 h 1155700"/>
              <a:gd name="connsiteX5" fmla="*/ 405454 w 1003300"/>
              <a:gd name="connsiteY5" fmla="*/ 877824 h 1155700"/>
              <a:gd name="connsiteX6" fmla="*/ 306585 w 1003300"/>
              <a:gd name="connsiteY6" fmla="*/ 784035 h 1155700"/>
              <a:gd name="connsiteX7" fmla="*/ 114497 w 1003300"/>
              <a:gd name="connsiteY7" fmla="*/ 591312 h 1155700"/>
              <a:gd name="connsiteX8" fmla="*/ 29534 w 1003300"/>
              <a:gd name="connsiteY8" fmla="*/ 484251 h 1155700"/>
              <a:gd name="connsiteX9" fmla="*/ 7500 w 1003300"/>
              <a:gd name="connsiteY9" fmla="*/ 408051 h 1155700"/>
              <a:gd name="connsiteX10" fmla="*/ 452 w 1003300"/>
              <a:gd name="connsiteY10" fmla="*/ 282766 h 1155700"/>
              <a:gd name="connsiteX11" fmla="*/ 452 w 1003300"/>
              <a:gd name="connsiteY11" fmla="*/ 10668 h 1155700"/>
              <a:gd name="connsiteX12" fmla="*/ 452 w 1003300"/>
              <a:gd name="connsiteY12" fmla="*/ 1333 h 1155700"/>
              <a:gd name="connsiteX13" fmla="*/ 201937 w 1003300"/>
              <a:gd name="connsiteY13" fmla="*/ 203200 h 1155700"/>
              <a:gd name="connsiteX14" fmla="*/ 405137 w 1003300"/>
              <a:gd name="connsiteY14" fmla="*/ 0 h 1155700"/>
              <a:gd name="connsiteX15" fmla="*/ 405137 w 1003300"/>
              <a:gd name="connsiteY15" fmla="*/ 527876 h 1155700"/>
              <a:gd name="connsiteX16" fmla="*/ 573221 w 1003300"/>
              <a:gd name="connsiteY16" fmla="*/ 527876 h 1155700"/>
              <a:gd name="connsiteX17" fmla="*/ 581984 w 1003300"/>
              <a:gd name="connsiteY17" fmla="*/ 518732 h 1155700"/>
              <a:gd name="connsiteX18" fmla="*/ 581984 w 1003300"/>
              <a:gd name="connsiteY18" fmla="*/ 303975 h 1155700"/>
              <a:gd name="connsiteX19" fmla="*/ 1008895 w 1003300"/>
              <a:gd name="connsiteY19" fmla="*/ 731076 h 1155700"/>
              <a:gd name="connsiteX20" fmla="*/ 649929 w 1003300"/>
              <a:gd name="connsiteY20" fmla="*/ 864426 h 1155700"/>
              <a:gd name="connsiteX21" fmla="*/ 649929 w 1003300"/>
              <a:gd name="connsiteY21" fmla="*/ 991807 h 1155700"/>
              <a:gd name="connsiteX22" fmla="*/ 911359 w 1003300"/>
              <a:gd name="connsiteY22" fmla="*/ 730568 h 1155700"/>
              <a:gd name="connsiteX23" fmla="*/ 649231 w 1003300"/>
              <a:gd name="connsiteY23" fmla="*/ 468376 h 1155700"/>
              <a:gd name="connsiteX24" fmla="*/ 649231 w 1003300"/>
              <a:gd name="connsiteY24" fmla="*/ 595693 h 1155700"/>
              <a:gd name="connsiteX25" fmla="*/ 216732 w 1003300"/>
              <a:gd name="connsiteY25" fmla="*/ 595693 h 1155700"/>
              <a:gd name="connsiteX26" fmla="*/ 221558 w 1003300"/>
              <a:gd name="connsiteY26" fmla="*/ 601091 h 1155700"/>
              <a:gd name="connsiteX27" fmla="*/ 427870 w 1003300"/>
              <a:gd name="connsiteY27" fmla="*/ 807720 h 1155700"/>
              <a:gd name="connsiteX28" fmla="*/ 542170 w 1003300"/>
              <a:gd name="connsiteY28" fmla="*/ 862457 h 1155700"/>
              <a:gd name="connsiteX29" fmla="*/ 624720 w 1003300"/>
              <a:gd name="connsiteY29" fmla="*/ 864426 h 1155700"/>
              <a:gd name="connsiteX30" fmla="*/ 649929 w 1003300"/>
              <a:gd name="connsiteY30" fmla="*/ 864426 h 1155700"/>
              <a:gd name="connsiteX31" fmla="*/ 68523 w 1003300"/>
              <a:gd name="connsiteY31" fmla="*/ 162941 h 1155700"/>
              <a:gd name="connsiteX32" fmla="*/ 68142 w 1003300"/>
              <a:gd name="connsiteY32" fmla="*/ 168275 h 1155700"/>
              <a:gd name="connsiteX33" fmla="*/ 68460 w 1003300"/>
              <a:gd name="connsiteY33" fmla="*/ 339725 h 1155700"/>
              <a:gd name="connsiteX34" fmla="*/ 75318 w 1003300"/>
              <a:gd name="connsiteY34" fmla="*/ 411162 h 1155700"/>
              <a:gd name="connsiteX35" fmla="*/ 127325 w 1003300"/>
              <a:gd name="connsiteY35" fmla="*/ 494665 h 1155700"/>
              <a:gd name="connsiteX36" fmla="*/ 203207 w 1003300"/>
              <a:gd name="connsiteY36" fmla="*/ 521780 h 1155700"/>
              <a:gd name="connsiteX37" fmla="*/ 333889 w 1003300"/>
              <a:gd name="connsiteY37" fmla="*/ 527558 h 1155700"/>
              <a:gd name="connsiteX38" fmla="*/ 336937 w 1003300"/>
              <a:gd name="connsiteY38" fmla="*/ 526732 h 1155700"/>
              <a:gd name="connsiteX39" fmla="*/ 336938 w 1003300"/>
              <a:gd name="connsiteY39" fmla="*/ 162243 h 1155700"/>
              <a:gd name="connsiteX40" fmla="*/ 202508 w 1003300"/>
              <a:gd name="connsiteY40" fmla="*/ 295021 h 1155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003300" h="1155700">
                <a:moveTo>
                  <a:pt x="1008895" y="731076"/>
                </a:moveTo>
                <a:lnTo>
                  <a:pt x="581921" y="1157986"/>
                </a:lnTo>
                <a:lnTo>
                  <a:pt x="581921" y="932371"/>
                </a:lnTo>
                <a:lnTo>
                  <a:pt x="565728" y="932371"/>
                </a:lnTo>
                <a:cubicBezTo>
                  <a:pt x="538636" y="932998"/>
                  <a:pt x="511586" y="929900"/>
                  <a:pt x="485337" y="923163"/>
                </a:cubicBezTo>
                <a:cubicBezTo>
                  <a:pt x="455495" y="914588"/>
                  <a:pt x="428116" y="899048"/>
                  <a:pt x="405454" y="877824"/>
                </a:cubicBezTo>
                <a:cubicBezTo>
                  <a:pt x="371736" y="847407"/>
                  <a:pt x="338843" y="815975"/>
                  <a:pt x="306585" y="784035"/>
                </a:cubicBezTo>
                <a:cubicBezTo>
                  <a:pt x="242111" y="720238"/>
                  <a:pt x="178082" y="655997"/>
                  <a:pt x="114497" y="591312"/>
                </a:cubicBezTo>
                <a:cubicBezTo>
                  <a:pt x="82430" y="558737"/>
                  <a:pt x="52140" y="524510"/>
                  <a:pt x="29534" y="484251"/>
                </a:cubicBezTo>
                <a:cubicBezTo>
                  <a:pt x="16810" y="460725"/>
                  <a:pt x="9295" y="434737"/>
                  <a:pt x="7500" y="408051"/>
                </a:cubicBezTo>
                <a:cubicBezTo>
                  <a:pt x="3944" y="366395"/>
                  <a:pt x="1150" y="324548"/>
                  <a:pt x="452" y="282766"/>
                </a:cubicBezTo>
                <a:cubicBezTo>
                  <a:pt x="-565" y="192087"/>
                  <a:pt x="452" y="101346"/>
                  <a:pt x="452" y="10668"/>
                </a:cubicBezTo>
                <a:lnTo>
                  <a:pt x="452" y="1333"/>
                </a:lnTo>
                <a:cubicBezTo>
                  <a:pt x="67952" y="68961"/>
                  <a:pt x="134817" y="135890"/>
                  <a:pt x="201937" y="203200"/>
                </a:cubicBezTo>
                <a:lnTo>
                  <a:pt x="405137" y="0"/>
                </a:lnTo>
                <a:lnTo>
                  <a:pt x="405137" y="527876"/>
                </a:lnTo>
                <a:cubicBezTo>
                  <a:pt x="408185" y="527876"/>
                  <a:pt x="519818" y="527876"/>
                  <a:pt x="573221" y="527876"/>
                </a:cubicBezTo>
                <a:cubicBezTo>
                  <a:pt x="580524" y="527876"/>
                  <a:pt x="581984" y="525463"/>
                  <a:pt x="581984" y="518732"/>
                </a:cubicBezTo>
                <a:cubicBezTo>
                  <a:pt x="581984" y="449516"/>
                  <a:pt x="581984" y="305435"/>
                  <a:pt x="581984" y="303975"/>
                </a:cubicBezTo>
                <a:cubicBezTo>
                  <a:pt x="580778" y="304292"/>
                  <a:pt x="1010038" y="732028"/>
                  <a:pt x="1008895" y="731076"/>
                </a:cubicBezTo>
                <a:close/>
                <a:moveTo>
                  <a:pt x="649929" y="864426"/>
                </a:moveTo>
                <a:lnTo>
                  <a:pt x="649929" y="991807"/>
                </a:lnTo>
                <a:cubicBezTo>
                  <a:pt x="737601" y="904092"/>
                  <a:pt x="824745" y="817012"/>
                  <a:pt x="911359" y="730568"/>
                </a:cubicBezTo>
                <a:lnTo>
                  <a:pt x="649231" y="468376"/>
                </a:lnTo>
                <a:lnTo>
                  <a:pt x="649231" y="595693"/>
                </a:lnTo>
                <a:lnTo>
                  <a:pt x="216732" y="595693"/>
                </a:lnTo>
                <a:cubicBezTo>
                  <a:pt x="218955" y="598170"/>
                  <a:pt x="220162" y="599757"/>
                  <a:pt x="221558" y="601091"/>
                </a:cubicBezTo>
                <a:cubicBezTo>
                  <a:pt x="290265" y="669967"/>
                  <a:pt x="359036" y="738844"/>
                  <a:pt x="427870" y="807720"/>
                </a:cubicBezTo>
                <a:cubicBezTo>
                  <a:pt x="459620" y="839470"/>
                  <a:pt x="496894" y="859473"/>
                  <a:pt x="542170" y="862457"/>
                </a:cubicBezTo>
                <a:cubicBezTo>
                  <a:pt x="569665" y="864235"/>
                  <a:pt x="597288" y="863854"/>
                  <a:pt x="624720" y="864426"/>
                </a:cubicBezTo>
                <a:cubicBezTo>
                  <a:pt x="632721" y="864553"/>
                  <a:pt x="640404" y="864426"/>
                  <a:pt x="649929" y="864426"/>
                </a:cubicBezTo>
                <a:close/>
                <a:moveTo>
                  <a:pt x="68523" y="162941"/>
                </a:moveTo>
                <a:cubicBezTo>
                  <a:pt x="68523" y="164402"/>
                  <a:pt x="68142" y="166370"/>
                  <a:pt x="68142" y="168275"/>
                </a:cubicBezTo>
                <a:cubicBezTo>
                  <a:pt x="68142" y="225425"/>
                  <a:pt x="67507" y="282575"/>
                  <a:pt x="68460" y="339725"/>
                </a:cubicBezTo>
                <a:cubicBezTo>
                  <a:pt x="68770" y="363686"/>
                  <a:pt x="71064" y="387580"/>
                  <a:pt x="75318" y="411162"/>
                </a:cubicBezTo>
                <a:cubicBezTo>
                  <a:pt x="81668" y="445326"/>
                  <a:pt x="97289" y="474662"/>
                  <a:pt x="127325" y="494665"/>
                </a:cubicBezTo>
                <a:cubicBezTo>
                  <a:pt x="150463" y="508873"/>
                  <a:pt x="176305" y="518107"/>
                  <a:pt x="203207" y="521780"/>
                </a:cubicBezTo>
                <a:cubicBezTo>
                  <a:pt x="246514" y="529273"/>
                  <a:pt x="290265" y="527621"/>
                  <a:pt x="333889" y="527558"/>
                </a:cubicBezTo>
                <a:cubicBezTo>
                  <a:pt x="334936" y="527411"/>
                  <a:pt x="335960" y="527133"/>
                  <a:pt x="336937" y="526732"/>
                </a:cubicBezTo>
                <a:lnTo>
                  <a:pt x="336938" y="162243"/>
                </a:lnTo>
                <a:lnTo>
                  <a:pt x="202508" y="295021"/>
                </a:lnTo>
                <a:close/>
              </a:path>
            </a:pathLst>
          </a:custGeom>
          <a:solidFill>
            <a:schemeClr val="accent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27302" y="344971"/>
            <a:ext cx="7475232" cy="285887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 baseline="0">
                <a:solidFill>
                  <a:srgbClr val="004050"/>
                </a:solidFill>
              </a:defRPr>
            </a:lvl1pPr>
          </a:lstStyle>
          <a:p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ACTIVITY: </a:t>
            </a:r>
            <a:br>
              <a:rPr lang="en-US" noProof="0" dirty="0"/>
            </a:br>
            <a:r>
              <a:rPr lang="en-US" noProof="0" dirty="0"/>
              <a:t>CLICK TO EDIT TITLE</a:t>
            </a:r>
            <a:endParaRPr lang="en-GB" noProof="0" dirty="0"/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327303" y="3525004"/>
            <a:ext cx="7475230" cy="2791976"/>
          </a:xfrm>
        </p:spPr>
        <p:txBody>
          <a:bodyPr/>
          <a:lstStyle>
            <a:lvl1pPr>
              <a:lnSpc>
                <a:spcPct val="100000"/>
              </a:lnSpc>
              <a:defRPr b="0" baseline="0"/>
            </a:lvl1pPr>
          </a:lstStyle>
          <a:p>
            <a:pPr lvl="0"/>
            <a:r>
              <a:rPr lang="en-US" dirty="0"/>
              <a:t>Click to edit instructions</a:t>
            </a:r>
          </a:p>
        </p:txBody>
      </p:sp>
    </p:spTree>
    <p:extLst>
      <p:ext uri="{BB962C8B-B14F-4D97-AF65-F5344CB8AC3E}">
        <p14:creationId xmlns:p14="http://schemas.microsoft.com/office/powerpoint/2010/main" val="19289476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03 Section Divider">
    <p:bg>
      <p:bgPr>
        <a:solidFill>
          <a:srgbClr val="F362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 userDrawn="1"/>
        </p:nvSpPr>
        <p:spPr>
          <a:xfrm>
            <a:off x="760859" y="768561"/>
            <a:ext cx="379608" cy="110490"/>
          </a:xfrm>
          <a:prstGeom prst="rect">
            <a:avLst/>
          </a:prstGeom>
          <a:solidFill>
            <a:srgbClr val="F362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376239" y="1556247"/>
            <a:ext cx="5810250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90000"/>
              </a:lnSpc>
              <a:defRPr sz="3600" spc="60" baseline="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TO EDIT </a:t>
            </a:r>
            <a:br>
              <a:rPr lang="en-US" noProof="0" dirty="0"/>
            </a:br>
            <a:r>
              <a:rPr lang="en-US" noProof="0" dirty="0"/>
              <a:t>MASTER TITLE STYLE</a:t>
            </a:r>
            <a:endParaRPr lang="en-GB" noProof="0" dirty="0"/>
          </a:p>
        </p:txBody>
      </p:sp>
      <p:grpSp>
        <p:nvGrpSpPr>
          <p:cNvPr id="6" name="Group 5"/>
          <p:cNvGrpSpPr/>
          <p:nvPr userDrawn="1"/>
        </p:nvGrpSpPr>
        <p:grpSpPr>
          <a:xfrm>
            <a:off x="-2229" y="2361812"/>
            <a:ext cx="11067619" cy="4502135"/>
            <a:chOff x="-2229" y="2361812"/>
            <a:chExt cx="11067619" cy="4502135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solidFill>
              <a:srgbClr val="F8D2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solidFill>
              <a:srgbClr val="F8D2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467" y="49513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solidFill>
              <a:srgbClr val="F8D2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22356146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ext Slide - With side bar C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F362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349984"/>
            <a:ext cx="3443732" cy="2751998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spc="60" baseline="0">
                <a:solidFill>
                  <a:schemeClr val="bg1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slide title to sit here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037138" y="1349984"/>
            <a:ext cx="5803900" cy="409416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buFont typeface="Arial" panose="020B0604020202020204" pitchFamily="34" charset="0"/>
              <a:buChar char="•"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magna.</a:t>
            </a:r>
          </a:p>
          <a:p>
            <a:pPr lvl="1"/>
            <a:r>
              <a:rPr lang="en-US" dirty="0"/>
              <a:t>Second level</a:t>
            </a:r>
          </a:p>
        </p:txBody>
      </p:sp>
      <p:grpSp>
        <p:nvGrpSpPr>
          <p:cNvPr id="4" name="Group 3"/>
          <p:cNvGrpSpPr/>
          <p:nvPr userDrawn="1"/>
        </p:nvGrpSpPr>
        <p:grpSpPr>
          <a:xfrm>
            <a:off x="-1717" y="4568506"/>
            <a:ext cx="4628886" cy="1406446"/>
            <a:chOff x="-1717" y="4568506"/>
            <a:chExt cx="4628886" cy="1406446"/>
          </a:xfrm>
        </p:grpSpPr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1717" y="4568506"/>
              <a:ext cx="4004222" cy="595385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68896" h="248186">
                  <a:moveTo>
                    <a:pt x="1668896" y="248186"/>
                  </a:moveTo>
                  <a:lnTo>
                    <a:pt x="331" y="248186"/>
                  </a:lnTo>
                  <a:cubicBezTo>
                    <a:pt x="-110" y="229623"/>
                    <a:pt x="441" y="211060"/>
                    <a:pt x="0" y="192497"/>
                  </a:cubicBezTo>
                  <a:lnTo>
                    <a:pt x="1522910" y="192497"/>
                  </a:lnTo>
                  <a:cubicBezTo>
                    <a:pt x="1465061" y="134140"/>
                    <a:pt x="1411785" y="74768"/>
                    <a:pt x="1376225" y="219"/>
                  </a:cubicBezTo>
                  <a:cubicBezTo>
                    <a:pt x="1396608" y="219"/>
                    <a:pt x="1415468" y="854"/>
                    <a:pt x="1434264" y="219"/>
                  </a:cubicBezTo>
                  <a:cubicBezTo>
                    <a:pt x="1443056" y="-1141"/>
                    <a:pt x="1451568" y="3956"/>
                    <a:pt x="1454520" y="12347"/>
                  </a:cubicBezTo>
                  <a:cubicBezTo>
                    <a:pt x="1472082" y="45816"/>
                    <a:pt x="1493755" y="76961"/>
                    <a:pt x="1519036" y="105057"/>
                  </a:cubicBezTo>
                  <a:cubicBezTo>
                    <a:pt x="1562664" y="155126"/>
                    <a:pt x="1610880" y="201004"/>
                    <a:pt x="1663055" y="242090"/>
                  </a:cubicBezTo>
                  <a:cubicBezTo>
                    <a:pt x="1664833" y="243551"/>
                    <a:pt x="1666610" y="245011"/>
                    <a:pt x="1668261" y="246535"/>
                  </a:cubicBezTo>
                  <a:cubicBezTo>
                    <a:pt x="1668579" y="246599"/>
                    <a:pt x="1668579" y="247170"/>
                    <a:pt x="1668896" y="248186"/>
                  </a:cubicBezTo>
                  <a:close/>
                </a:path>
              </a:pathLst>
            </a:custGeom>
            <a:solidFill>
              <a:srgbClr val="F8D2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3713028" y="4568727"/>
              <a:ext cx="914141" cy="1401463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solidFill>
              <a:srgbClr val="F8D2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1717" y="5379567"/>
              <a:ext cx="4004222" cy="595385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68896" h="248186">
                  <a:moveTo>
                    <a:pt x="1668896" y="248186"/>
                  </a:moveTo>
                  <a:lnTo>
                    <a:pt x="331" y="248186"/>
                  </a:lnTo>
                  <a:cubicBezTo>
                    <a:pt x="-110" y="229623"/>
                    <a:pt x="441" y="211060"/>
                    <a:pt x="0" y="192497"/>
                  </a:cubicBezTo>
                  <a:lnTo>
                    <a:pt x="1522910" y="192497"/>
                  </a:lnTo>
                  <a:cubicBezTo>
                    <a:pt x="1465061" y="134140"/>
                    <a:pt x="1411785" y="74768"/>
                    <a:pt x="1376225" y="219"/>
                  </a:cubicBezTo>
                  <a:cubicBezTo>
                    <a:pt x="1396608" y="219"/>
                    <a:pt x="1415468" y="854"/>
                    <a:pt x="1434264" y="219"/>
                  </a:cubicBezTo>
                  <a:cubicBezTo>
                    <a:pt x="1443056" y="-1141"/>
                    <a:pt x="1451568" y="3956"/>
                    <a:pt x="1454520" y="12347"/>
                  </a:cubicBezTo>
                  <a:cubicBezTo>
                    <a:pt x="1472082" y="45816"/>
                    <a:pt x="1493755" y="76961"/>
                    <a:pt x="1519036" y="105057"/>
                  </a:cubicBezTo>
                  <a:cubicBezTo>
                    <a:pt x="1562664" y="155126"/>
                    <a:pt x="1610880" y="201004"/>
                    <a:pt x="1663055" y="242090"/>
                  </a:cubicBezTo>
                  <a:cubicBezTo>
                    <a:pt x="1664833" y="243551"/>
                    <a:pt x="1666610" y="245011"/>
                    <a:pt x="1668261" y="246535"/>
                  </a:cubicBezTo>
                  <a:cubicBezTo>
                    <a:pt x="1668579" y="246599"/>
                    <a:pt x="1668579" y="247170"/>
                    <a:pt x="1668896" y="248186"/>
                  </a:cubicBezTo>
                  <a:close/>
                </a:path>
              </a:pathLst>
            </a:custGeom>
            <a:solidFill>
              <a:srgbClr val="F8D2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9989189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ext Slid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242034"/>
            <a:ext cx="3694112" cy="2917842"/>
          </a:xfrm>
        </p:spPr>
        <p:txBody>
          <a:bodyPr anchor="b"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16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6098146" y="579549"/>
            <a:ext cx="5718225" cy="589903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0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 sz="20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2"/>
            <a:r>
              <a:rPr lang="en-GB" dirty="0"/>
              <a:t>Fourth level</a:t>
            </a:r>
          </a:p>
          <a:p>
            <a:pPr lvl="2"/>
            <a:r>
              <a:rPr lang="en-GB" dirty="0"/>
              <a:t>Fifth level</a:t>
            </a:r>
          </a:p>
        </p:txBody>
      </p:sp>
      <p:grpSp>
        <p:nvGrpSpPr>
          <p:cNvPr id="28" name="Group 27"/>
          <p:cNvGrpSpPr/>
          <p:nvPr userDrawn="1"/>
        </p:nvGrpSpPr>
        <p:grpSpPr>
          <a:xfrm>
            <a:off x="-6058" y="3531457"/>
            <a:ext cx="5797612" cy="2365031"/>
            <a:chOff x="-2229" y="2361812"/>
            <a:chExt cx="11067619" cy="4514835"/>
          </a:xfrm>
        </p:grpSpPr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solidFill>
              <a:srgbClr val="F3622C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solidFill>
              <a:srgbClr val="F3622C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467" y="49640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solidFill>
              <a:srgbClr val="F3622C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4161484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 and Image (half screen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5"/>
            <a:ext cx="6143484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5123903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D44E23D4-CD16-B448-8F0A-11F5CE4FAB4C}"/>
              </a:ext>
            </a:extLst>
          </p:cNvPr>
          <p:cNvSpPr/>
          <p:nvPr userDrawn="1"/>
        </p:nvSpPr>
        <p:spPr>
          <a:xfrm>
            <a:off x="3229535" y="4488657"/>
            <a:ext cx="3729957" cy="2369343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641350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lnTo>
                  <a:pt x="350450" y="641432"/>
                </a:lnTo>
                <a:lnTo>
                  <a:pt x="428301" y="641432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cubicBezTo>
                  <a:pt x="668712" y="640352"/>
                  <a:pt x="683761" y="640352"/>
                  <a:pt x="698747" y="640352"/>
                </a:cubicBez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cubicBezTo>
                  <a:pt x="687889" y="141687"/>
                  <a:pt x="670616" y="141687"/>
                  <a:pt x="652138" y="141687"/>
                </a:cubicBez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cubicBezTo>
                  <a:pt x="350704" y="258463"/>
                  <a:pt x="350704" y="300818"/>
                  <a:pt x="350704" y="343045"/>
                </a:cubicBez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cubicBezTo>
                  <a:pt x="300539" y="353142"/>
                  <a:pt x="254564" y="353142"/>
                  <a:pt x="208591" y="352697"/>
                </a:cubicBez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rgbClr val="F1612C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08657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Activity 1">
    <p:bg>
      <p:bgPr>
        <a:solidFill>
          <a:srgbClr val="F362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9">
            <a:extLst>
              <a:ext uri="{FF2B5EF4-FFF2-40B4-BE49-F238E27FC236}">
                <a16:creationId xmlns:a16="http://schemas.microsoft.com/office/drawing/2014/main" id="{56887D20-DCD6-8E49-BF31-8F4C2FCCD421}"/>
              </a:ext>
            </a:extLst>
          </p:cNvPr>
          <p:cNvSpPr/>
          <p:nvPr userDrawn="1"/>
        </p:nvSpPr>
        <p:spPr>
          <a:xfrm>
            <a:off x="487005" y="518307"/>
            <a:ext cx="3525956" cy="4061544"/>
          </a:xfrm>
          <a:custGeom>
            <a:avLst/>
            <a:gdLst>
              <a:gd name="connsiteX0" fmla="*/ 1008895 w 1003300"/>
              <a:gd name="connsiteY0" fmla="*/ 731076 h 1155700"/>
              <a:gd name="connsiteX1" fmla="*/ 581921 w 1003300"/>
              <a:gd name="connsiteY1" fmla="*/ 1157986 h 1155700"/>
              <a:gd name="connsiteX2" fmla="*/ 581921 w 1003300"/>
              <a:gd name="connsiteY2" fmla="*/ 932371 h 1155700"/>
              <a:gd name="connsiteX3" fmla="*/ 565728 w 1003300"/>
              <a:gd name="connsiteY3" fmla="*/ 932371 h 1155700"/>
              <a:gd name="connsiteX4" fmla="*/ 485337 w 1003300"/>
              <a:gd name="connsiteY4" fmla="*/ 923163 h 1155700"/>
              <a:gd name="connsiteX5" fmla="*/ 405454 w 1003300"/>
              <a:gd name="connsiteY5" fmla="*/ 877824 h 1155700"/>
              <a:gd name="connsiteX6" fmla="*/ 306585 w 1003300"/>
              <a:gd name="connsiteY6" fmla="*/ 784035 h 1155700"/>
              <a:gd name="connsiteX7" fmla="*/ 114497 w 1003300"/>
              <a:gd name="connsiteY7" fmla="*/ 591312 h 1155700"/>
              <a:gd name="connsiteX8" fmla="*/ 29534 w 1003300"/>
              <a:gd name="connsiteY8" fmla="*/ 484251 h 1155700"/>
              <a:gd name="connsiteX9" fmla="*/ 7500 w 1003300"/>
              <a:gd name="connsiteY9" fmla="*/ 408051 h 1155700"/>
              <a:gd name="connsiteX10" fmla="*/ 452 w 1003300"/>
              <a:gd name="connsiteY10" fmla="*/ 282766 h 1155700"/>
              <a:gd name="connsiteX11" fmla="*/ 452 w 1003300"/>
              <a:gd name="connsiteY11" fmla="*/ 10668 h 1155700"/>
              <a:gd name="connsiteX12" fmla="*/ 452 w 1003300"/>
              <a:gd name="connsiteY12" fmla="*/ 1333 h 1155700"/>
              <a:gd name="connsiteX13" fmla="*/ 201937 w 1003300"/>
              <a:gd name="connsiteY13" fmla="*/ 203200 h 1155700"/>
              <a:gd name="connsiteX14" fmla="*/ 405137 w 1003300"/>
              <a:gd name="connsiteY14" fmla="*/ 0 h 1155700"/>
              <a:gd name="connsiteX15" fmla="*/ 405137 w 1003300"/>
              <a:gd name="connsiteY15" fmla="*/ 527876 h 1155700"/>
              <a:gd name="connsiteX16" fmla="*/ 573221 w 1003300"/>
              <a:gd name="connsiteY16" fmla="*/ 527876 h 1155700"/>
              <a:gd name="connsiteX17" fmla="*/ 581984 w 1003300"/>
              <a:gd name="connsiteY17" fmla="*/ 518732 h 1155700"/>
              <a:gd name="connsiteX18" fmla="*/ 581984 w 1003300"/>
              <a:gd name="connsiteY18" fmla="*/ 303975 h 1155700"/>
              <a:gd name="connsiteX19" fmla="*/ 1008895 w 1003300"/>
              <a:gd name="connsiteY19" fmla="*/ 731076 h 1155700"/>
              <a:gd name="connsiteX20" fmla="*/ 649929 w 1003300"/>
              <a:gd name="connsiteY20" fmla="*/ 864426 h 1155700"/>
              <a:gd name="connsiteX21" fmla="*/ 649929 w 1003300"/>
              <a:gd name="connsiteY21" fmla="*/ 991807 h 1155700"/>
              <a:gd name="connsiteX22" fmla="*/ 911359 w 1003300"/>
              <a:gd name="connsiteY22" fmla="*/ 730568 h 1155700"/>
              <a:gd name="connsiteX23" fmla="*/ 649231 w 1003300"/>
              <a:gd name="connsiteY23" fmla="*/ 468376 h 1155700"/>
              <a:gd name="connsiteX24" fmla="*/ 649231 w 1003300"/>
              <a:gd name="connsiteY24" fmla="*/ 595693 h 1155700"/>
              <a:gd name="connsiteX25" fmla="*/ 216732 w 1003300"/>
              <a:gd name="connsiteY25" fmla="*/ 595693 h 1155700"/>
              <a:gd name="connsiteX26" fmla="*/ 221558 w 1003300"/>
              <a:gd name="connsiteY26" fmla="*/ 601091 h 1155700"/>
              <a:gd name="connsiteX27" fmla="*/ 427870 w 1003300"/>
              <a:gd name="connsiteY27" fmla="*/ 807720 h 1155700"/>
              <a:gd name="connsiteX28" fmla="*/ 542170 w 1003300"/>
              <a:gd name="connsiteY28" fmla="*/ 862457 h 1155700"/>
              <a:gd name="connsiteX29" fmla="*/ 624720 w 1003300"/>
              <a:gd name="connsiteY29" fmla="*/ 864426 h 1155700"/>
              <a:gd name="connsiteX30" fmla="*/ 649929 w 1003300"/>
              <a:gd name="connsiteY30" fmla="*/ 864426 h 1155700"/>
              <a:gd name="connsiteX31" fmla="*/ 68523 w 1003300"/>
              <a:gd name="connsiteY31" fmla="*/ 162941 h 1155700"/>
              <a:gd name="connsiteX32" fmla="*/ 68142 w 1003300"/>
              <a:gd name="connsiteY32" fmla="*/ 168275 h 1155700"/>
              <a:gd name="connsiteX33" fmla="*/ 68460 w 1003300"/>
              <a:gd name="connsiteY33" fmla="*/ 339725 h 1155700"/>
              <a:gd name="connsiteX34" fmla="*/ 75318 w 1003300"/>
              <a:gd name="connsiteY34" fmla="*/ 411162 h 1155700"/>
              <a:gd name="connsiteX35" fmla="*/ 127325 w 1003300"/>
              <a:gd name="connsiteY35" fmla="*/ 494665 h 1155700"/>
              <a:gd name="connsiteX36" fmla="*/ 203207 w 1003300"/>
              <a:gd name="connsiteY36" fmla="*/ 521780 h 1155700"/>
              <a:gd name="connsiteX37" fmla="*/ 333889 w 1003300"/>
              <a:gd name="connsiteY37" fmla="*/ 527558 h 1155700"/>
              <a:gd name="connsiteX38" fmla="*/ 336937 w 1003300"/>
              <a:gd name="connsiteY38" fmla="*/ 526732 h 1155700"/>
              <a:gd name="connsiteX39" fmla="*/ 336938 w 1003300"/>
              <a:gd name="connsiteY39" fmla="*/ 162243 h 1155700"/>
              <a:gd name="connsiteX40" fmla="*/ 202508 w 1003300"/>
              <a:gd name="connsiteY40" fmla="*/ 295021 h 1155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003300" h="1155700">
                <a:moveTo>
                  <a:pt x="1008895" y="731076"/>
                </a:moveTo>
                <a:lnTo>
                  <a:pt x="581921" y="1157986"/>
                </a:lnTo>
                <a:lnTo>
                  <a:pt x="581921" y="932371"/>
                </a:lnTo>
                <a:lnTo>
                  <a:pt x="565728" y="932371"/>
                </a:lnTo>
                <a:cubicBezTo>
                  <a:pt x="538636" y="932998"/>
                  <a:pt x="511586" y="929900"/>
                  <a:pt x="485337" y="923163"/>
                </a:cubicBezTo>
                <a:cubicBezTo>
                  <a:pt x="455495" y="914588"/>
                  <a:pt x="428116" y="899048"/>
                  <a:pt x="405454" y="877824"/>
                </a:cubicBezTo>
                <a:cubicBezTo>
                  <a:pt x="371736" y="847407"/>
                  <a:pt x="338843" y="815975"/>
                  <a:pt x="306585" y="784035"/>
                </a:cubicBezTo>
                <a:cubicBezTo>
                  <a:pt x="242111" y="720238"/>
                  <a:pt x="178082" y="655997"/>
                  <a:pt x="114497" y="591312"/>
                </a:cubicBezTo>
                <a:cubicBezTo>
                  <a:pt x="82430" y="558737"/>
                  <a:pt x="52140" y="524510"/>
                  <a:pt x="29534" y="484251"/>
                </a:cubicBezTo>
                <a:cubicBezTo>
                  <a:pt x="16810" y="460725"/>
                  <a:pt x="9295" y="434737"/>
                  <a:pt x="7500" y="408051"/>
                </a:cubicBezTo>
                <a:cubicBezTo>
                  <a:pt x="3944" y="366395"/>
                  <a:pt x="1150" y="324548"/>
                  <a:pt x="452" y="282766"/>
                </a:cubicBezTo>
                <a:cubicBezTo>
                  <a:pt x="-565" y="192087"/>
                  <a:pt x="452" y="101346"/>
                  <a:pt x="452" y="10668"/>
                </a:cubicBezTo>
                <a:lnTo>
                  <a:pt x="452" y="1333"/>
                </a:lnTo>
                <a:cubicBezTo>
                  <a:pt x="67952" y="68961"/>
                  <a:pt x="134817" y="135890"/>
                  <a:pt x="201937" y="203200"/>
                </a:cubicBezTo>
                <a:lnTo>
                  <a:pt x="405137" y="0"/>
                </a:lnTo>
                <a:lnTo>
                  <a:pt x="405137" y="527876"/>
                </a:lnTo>
                <a:cubicBezTo>
                  <a:pt x="408185" y="527876"/>
                  <a:pt x="519818" y="527876"/>
                  <a:pt x="573221" y="527876"/>
                </a:cubicBezTo>
                <a:cubicBezTo>
                  <a:pt x="580524" y="527876"/>
                  <a:pt x="581984" y="525463"/>
                  <a:pt x="581984" y="518732"/>
                </a:cubicBezTo>
                <a:cubicBezTo>
                  <a:pt x="581984" y="449516"/>
                  <a:pt x="581984" y="305435"/>
                  <a:pt x="581984" y="303975"/>
                </a:cubicBezTo>
                <a:cubicBezTo>
                  <a:pt x="580778" y="304292"/>
                  <a:pt x="1010038" y="732028"/>
                  <a:pt x="1008895" y="731076"/>
                </a:cubicBezTo>
                <a:close/>
                <a:moveTo>
                  <a:pt x="649929" y="864426"/>
                </a:moveTo>
                <a:lnTo>
                  <a:pt x="649929" y="991807"/>
                </a:lnTo>
                <a:cubicBezTo>
                  <a:pt x="737601" y="904092"/>
                  <a:pt x="824745" y="817012"/>
                  <a:pt x="911359" y="730568"/>
                </a:cubicBezTo>
                <a:lnTo>
                  <a:pt x="649231" y="468376"/>
                </a:lnTo>
                <a:lnTo>
                  <a:pt x="649231" y="595693"/>
                </a:lnTo>
                <a:lnTo>
                  <a:pt x="216732" y="595693"/>
                </a:lnTo>
                <a:cubicBezTo>
                  <a:pt x="218955" y="598170"/>
                  <a:pt x="220162" y="599757"/>
                  <a:pt x="221558" y="601091"/>
                </a:cubicBezTo>
                <a:cubicBezTo>
                  <a:pt x="290265" y="669967"/>
                  <a:pt x="359036" y="738844"/>
                  <a:pt x="427870" y="807720"/>
                </a:cubicBezTo>
                <a:cubicBezTo>
                  <a:pt x="459620" y="839470"/>
                  <a:pt x="496894" y="859473"/>
                  <a:pt x="542170" y="862457"/>
                </a:cubicBezTo>
                <a:cubicBezTo>
                  <a:pt x="569665" y="864235"/>
                  <a:pt x="597288" y="863854"/>
                  <a:pt x="624720" y="864426"/>
                </a:cubicBezTo>
                <a:cubicBezTo>
                  <a:pt x="632721" y="864553"/>
                  <a:pt x="640404" y="864426"/>
                  <a:pt x="649929" y="864426"/>
                </a:cubicBezTo>
                <a:close/>
                <a:moveTo>
                  <a:pt x="68523" y="162941"/>
                </a:moveTo>
                <a:cubicBezTo>
                  <a:pt x="68523" y="164402"/>
                  <a:pt x="68142" y="166370"/>
                  <a:pt x="68142" y="168275"/>
                </a:cubicBezTo>
                <a:cubicBezTo>
                  <a:pt x="68142" y="225425"/>
                  <a:pt x="67507" y="282575"/>
                  <a:pt x="68460" y="339725"/>
                </a:cubicBezTo>
                <a:cubicBezTo>
                  <a:pt x="68770" y="363686"/>
                  <a:pt x="71064" y="387580"/>
                  <a:pt x="75318" y="411162"/>
                </a:cubicBezTo>
                <a:cubicBezTo>
                  <a:pt x="81668" y="445326"/>
                  <a:pt x="97289" y="474662"/>
                  <a:pt x="127325" y="494665"/>
                </a:cubicBezTo>
                <a:cubicBezTo>
                  <a:pt x="150463" y="508873"/>
                  <a:pt x="176305" y="518107"/>
                  <a:pt x="203207" y="521780"/>
                </a:cubicBezTo>
                <a:cubicBezTo>
                  <a:pt x="246514" y="529273"/>
                  <a:pt x="290265" y="527621"/>
                  <a:pt x="333889" y="527558"/>
                </a:cubicBezTo>
                <a:cubicBezTo>
                  <a:pt x="334936" y="527411"/>
                  <a:pt x="335960" y="527133"/>
                  <a:pt x="336937" y="526732"/>
                </a:cubicBezTo>
                <a:lnTo>
                  <a:pt x="336938" y="162243"/>
                </a:lnTo>
                <a:lnTo>
                  <a:pt x="202508" y="295021"/>
                </a:lnTo>
                <a:close/>
              </a:path>
            </a:pathLst>
          </a:custGeom>
          <a:solidFill>
            <a:schemeClr val="accent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>
              <a:solidFill>
                <a:schemeClr val="bg1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27302" y="344971"/>
            <a:ext cx="7475232" cy="285887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 baseline="0">
                <a:solidFill>
                  <a:srgbClr val="004050"/>
                </a:solidFill>
              </a:defRPr>
            </a:lvl1pPr>
          </a:lstStyle>
          <a:p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ACTIVITY: </a:t>
            </a:r>
            <a:br>
              <a:rPr lang="en-US" noProof="0" dirty="0"/>
            </a:br>
            <a:r>
              <a:rPr lang="en-US" noProof="0" dirty="0"/>
              <a:t>CLICK TO EDIT TITLE</a:t>
            </a:r>
            <a:endParaRPr lang="en-GB" noProof="0" dirty="0"/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327303" y="3525004"/>
            <a:ext cx="7475230" cy="2791976"/>
          </a:xfrm>
        </p:spPr>
        <p:txBody>
          <a:bodyPr/>
          <a:lstStyle>
            <a:lvl1pPr>
              <a:lnSpc>
                <a:spcPct val="100000"/>
              </a:lnSpc>
              <a:defRPr b="0" baseline="0"/>
            </a:lvl1pPr>
          </a:lstStyle>
          <a:p>
            <a:pPr lvl="0"/>
            <a:r>
              <a:rPr lang="en-US" dirty="0"/>
              <a:t>Click to edit instructions</a:t>
            </a:r>
          </a:p>
        </p:txBody>
      </p:sp>
    </p:spTree>
    <p:extLst>
      <p:ext uri="{BB962C8B-B14F-4D97-AF65-F5344CB8AC3E}">
        <p14:creationId xmlns:p14="http://schemas.microsoft.com/office/powerpoint/2010/main" val="19377112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02 Section Divider">
    <p:bg>
      <p:bgPr>
        <a:solidFill>
          <a:srgbClr val="7E00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A0DD6AED-2202-DD48-A2D6-60CCC5F07320}"/>
              </a:ext>
            </a:extLst>
          </p:cNvPr>
          <p:cNvSpPr/>
          <p:nvPr userDrawn="1"/>
        </p:nvSpPr>
        <p:spPr>
          <a:xfrm>
            <a:off x="-609" y="2116538"/>
            <a:ext cx="11411496" cy="5526322"/>
          </a:xfrm>
          <a:custGeom>
            <a:avLst/>
            <a:gdLst>
              <a:gd name="connsiteX0" fmla="*/ 676275 w 1009650"/>
              <a:gd name="connsiteY0" fmla="*/ 287331 h 488950"/>
              <a:gd name="connsiteX1" fmla="*/ 7684 w 1009650"/>
              <a:gd name="connsiteY1" fmla="*/ 287331 h 488950"/>
              <a:gd name="connsiteX2" fmla="*/ 0 w 1009650"/>
              <a:gd name="connsiteY2" fmla="*/ 279838 h 488950"/>
              <a:gd name="connsiteX3" fmla="*/ 0 w 1009650"/>
              <a:gd name="connsiteY3" fmla="*/ 210877 h 488950"/>
              <a:gd name="connsiteX4" fmla="*/ 6350 w 1009650"/>
              <a:gd name="connsiteY4" fmla="*/ 204527 h 488950"/>
              <a:gd name="connsiteX5" fmla="*/ 666750 w 1009650"/>
              <a:gd name="connsiteY5" fmla="*/ 204527 h 488950"/>
              <a:gd name="connsiteX6" fmla="*/ 676212 w 1009650"/>
              <a:gd name="connsiteY6" fmla="*/ 195002 h 488950"/>
              <a:gd name="connsiteX7" fmla="*/ 676212 w 1009650"/>
              <a:gd name="connsiteY7" fmla="*/ 10852 h 488950"/>
              <a:gd name="connsiteX8" fmla="*/ 681800 w 1009650"/>
              <a:gd name="connsiteY8" fmla="*/ 2661 h 488950"/>
              <a:gd name="connsiteX9" fmla="*/ 684975 w 1009650"/>
              <a:gd name="connsiteY9" fmla="*/ 1137 h 488950"/>
              <a:gd name="connsiteX10" fmla="*/ 690245 w 1009650"/>
              <a:gd name="connsiteY10" fmla="*/ 1835 h 488950"/>
              <a:gd name="connsiteX11" fmla="*/ 729552 w 1009650"/>
              <a:gd name="connsiteY11" fmla="*/ 43428 h 488950"/>
              <a:gd name="connsiteX12" fmla="*/ 770319 w 1009650"/>
              <a:gd name="connsiteY12" fmla="*/ 82036 h 488950"/>
              <a:gd name="connsiteX13" fmla="*/ 827469 w 1009650"/>
              <a:gd name="connsiteY13" fmla="*/ 129788 h 488950"/>
              <a:gd name="connsiteX14" fmla="*/ 873506 w 1009650"/>
              <a:gd name="connsiteY14" fmla="*/ 162681 h 488950"/>
              <a:gd name="connsiteX15" fmla="*/ 907415 w 1009650"/>
              <a:gd name="connsiteY15" fmla="*/ 185350 h 488950"/>
              <a:gd name="connsiteX16" fmla="*/ 935673 w 1009650"/>
              <a:gd name="connsiteY16" fmla="*/ 201670 h 488950"/>
              <a:gd name="connsiteX17" fmla="*/ 967804 w 1009650"/>
              <a:gd name="connsiteY17" fmla="*/ 218942 h 488950"/>
              <a:gd name="connsiteX18" fmla="*/ 997903 w 1009650"/>
              <a:gd name="connsiteY18" fmla="*/ 232848 h 488950"/>
              <a:gd name="connsiteX19" fmla="*/ 1010031 w 1009650"/>
              <a:gd name="connsiteY19" fmla="*/ 238436 h 488950"/>
              <a:gd name="connsiteX20" fmla="*/ 1011428 w 1009650"/>
              <a:gd name="connsiteY20" fmla="*/ 241294 h 488950"/>
              <a:gd name="connsiteX21" fmla="*/ 1011428 w 1009650"/>
              <a:gd name="connsiteY21" fmla="*/ 248914 h 488950"/>
              <a:gd name="connsiteX22" fmla="*/ 1008189 w 1009650"/>
              <a:gd name="connsiteY22" fmla="*/ 253422 h 488950"/>
              <a:gd name="connsiteX23" fmla="*/ 952183 w 1009650"/>
              <a:gd name="connsiteY23" fmla="*/ 281045 h 488950"/>
              <a:gd name="connsiteX24" fmla="*/ 906145 w 1009650"/>
              <a:gd name="connsiteY24" fmla="*/ 306953 h 488950"/>
              <a:gd name="connsiteX25" fmla="*/ 872236 w 1009650"/>
              <a:gd name="connsiteY25" fmla="*/ 329622 h 488950"/>
              <a:gd name="connsiteX26" fmla="*/ 835406 w 1009650"/>
              <a:gd name="connsiteY26" fmla="*/ 355467 h 488950"/>
              <a:gd name="connsiteX27" fmla="*/ 796100 w 1009650"/>
              <a:gd name="connsiteY27" fmla="*/ 386455 h 488950"/>
              <a:gd name="connsiteX28" fmla="*/ 760730 w 1009650"/>
              <a:gd name="connsiteY28" fmla="*/ 416998 h 488950"/>
              <a:gd name="connsiteX29" fmla="*/ 716280 w 1009650"/>
              <a:gd name="connsiteY29" fmla="*/ 460686 h 488950"/>
              <a:gd name="connsiteX30" fmla="*/ 690880 w 1009650"/>
              <a:gd name="connsiteY30" fmla="*/ 488563 h 488950"/>
              <a:gd name="connsiteX31" fmla="*/ 685292 w 1009650"/>
              <a:gd name="connsiteY31" fmla="*/ 489642 h 488950"/>
              <a:gd name="connsiteX32" fmla="*/ 678942 w 1009650"/>
              <a:gd name="connsiteY32" fmla="*/ 486404 h 488950"/>
              <a:gd name="connsiteX33" fmla="*/ 676402 w 1009650"/>
              <a:gd name="connsiteY33" fmla="*/ 480054 h 488950"/>
              <a:gd name="connsiteX34" fmla="*/ 676402 w 1009650"/>
              <a:gd name="connsiteY34" fmla="*/ 378454 h 488950"/>
              <a:gd name="connsiteX35" fmla="*/ 676402 w 1009650"/>
              <a:gd name="connsiteY35" fmla="*/ 287331 h 488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09650" h="488950">
                <a:moveTo>
                  <a:pt x="676275" y="287331"/>
                </a:moveTo>
                <a:lnTo>
                  <a:pt x="7684" y="287331"/>
                </a:lnTo>
                <a:cubicBezTo>
                  <a:pt x="0" y="287331"/>
                  <a:pt x="0" y="287331"/>
                  <a:pt x="0" y="279838"/>
                </a:cubicBezTo>
                <a:cubicBezTo>
                  <a:pt x="0" y="256851"/>
                  <a:pt x="0" y="233864"/>
                  <a:pt x="0" y="210877"/>
                </a:cubicBezTo>
                <a:cubicBezTo>
                  <a:pt x="0" y="205543"/>
                  <a:pt x="1524" y="204527"/>
                  <a:pt x="6350" y="204527"/>
                </a:cubicBezTo>
                <a:cubicBezTo>
                  <a:pt x="226483" y="204527"/>
                  <a:pt x="446617" y="204527"/>
                  <a:pt x="666750" y="204527"/>
                </a:cubicBezTo>
                <a:cubicBezTo>
                  <a:pt x="677228" y="204527"/>
                  <a:pt x="676212" y="205988"/>
                  <a:pt x="676212" y="195002"/>
                </a:cubicBezTo>
                <a:cubicBezTo>
                  <a:pt x="676212" y="133661"/>
                  <a:pt x="676212" y="72278"/>
                  <a:pt x="676212" y="10852"/>
                </a:cubicBezTo>
                <a:cubicBezTo>
                  <a:pt x="675743" y="7103"/>
                  <a:pt x="678138" y="3592"/>
                  <a:pt x="681800" y="2661"/>
                </a:cubicBezTo>
                <a:cubicBezTo>
                  <a:pt x="682942" y="2349"/>
                  <a:pt x="684018" y="1833"/>
                  <a:pt x="684975" y="1137"/>
                </a:cubicBezTo>
                <a:cubicBezTo>
                  <a:pt x="687070" y="-451"/>
                  <a:pt x="688150" y="-514"/>
                  <a:pt x="690245" y="1835"/>
                </a:cubicBezTo>
                <a:cubicBezTo>
                  <a:pt x="702945" y="15932"/>
                  <a:pt x="716090" y="29966"/>
                  <a:pt x="729552" y="43428"/>
                </a:cubicBezTo>
                <a:cubicBezTo>
                  <a:pt x="743014" y="56890"/>
                  <a:pt x="756222" y="69780"/>
                  <a:pt x="770319" y="82036"/>
                </a:cubicBezTo>
                <a:cubicBezTo>
                  <a:pt x="789051" y="98419"/>
                  <a:pt x="808419" y="114421"/>
                  <a:pt x="827469" y="129788"/>
                </a:cubicBezTo>
                <a:cubicBezTo>
                  <a:pt x="842328" y="141408"/>
                  <a:pt x="858012" y="151886"/>
                  <a:pt x="873506" y="162681"/>
                </a:cubicBezTo>
                <a:cubicBezTo>
                  <a:pt x="884682" y="170428"/>
                  <a:pt x="895922" y="178111"/>
                  <a:pt x="907415" y="185350"/>
                </a:cubicBezTo>
                <a:cubicBezTo>
                  <a:pt x="916623" y="191192"/>
                  <a:pt x="926148" y="196399"/>
                  <a:pt x="935673" y="201670"/>
                </a:cubicBezTo>
                <a:cubicBezTo>
                  <a:pt x="946277" y="207575"/>
                  <a:pt x="956945" y="213481"/>
                  <a:pt x="967804" y="218942"/>
                </a:cubicBezTo>
                <a:cubicBezTo>
                  <a:pt x="977710" y="223895"/>
                  <a:pt x="987870" y="228213"/>
                  <a:pt x="997903" y="232848"/>
                </a:cubicBezTo>
                <a:cubicBezTo>
                  <a:pt x="1001967" y="234690"/>
                  <a:pt x="1006094" y="236404"/>
                  <a:pt x="1010031" y="238436"/>
                </a:cubicBezTo>
                <a:cubicBezTo>
                  <a:pt x="1010884" y="239145"/>
                  <a:pt x="1011393" y="240185"/>
                  <a:pt x="1011428" y="241294"/>
                </a:cubicBezTo>
                <a:cubicBezTo>
                  <a:pt x="1011811" y="243819"/>
                  <a:pt x="1011811" y="246388"/>
                  <a:pt x="1011428" y="248914"/>
                </a:cubicBezTo>
                <a:cubicBezTo>
                  <a:pt x="1010997" y="250790"/>
                  <a:pt x="1009830" y="252415"/>
                  <a:pt x="1008189" y="253422"/>
                </a:cubicBezTo>
                <a:cubicBezTo>
                  <a:pt x="989584" y="262693"/>
                  <a:pt x="970661" y="271456"/>
                  <a:pt x="952183" y="281045"/>
                </a:cubicBezTo>
                <a:cubicBezTo>
                  <a:pt x="936562" y="289173"/>
                  <a:pt x="921195" y="297872"/>
                  <a:pt x="906145" y="306953"/>
                </a:cubicBezTo>
                <a:cubicBezTo>
                  <a:pt x="894525" y="313938"/>
                  <a:pt x="883412" y="321939"/>
                  <a:pt x="872236" y="329622"/>
                </a:cubicBezTo>
                <a:cubicBezTo>
                  <a:pt x="859854" y="338131"/>
                  <a:pt x="847408" y="346513"/>
                  <a:pt x="835406" y="355467"/>
                </a:cubicBezTo>
                <a:cubicBezTo>
                  <a:pt x="822071" y="365500"/>
                  <a:pt x="808969" y="375829"/>
                  <a:pt x="796100" y="386455"/>
                </a:cubicBezTo>
                <a:cubicBezTo>
                  <a:pt x="784035" y="396297"/>
                  <a:pt x="772097" y="406330"/>
                  <a:pt x="760730" y="416998"/>
                </a:cubicBezTo>
                <a:cubicBezTo>
                  <a:pt x="745554" y="431159"/>
                  <a:pt x="730822" y="445827"/>
                  <a:pt x="716280" y="460686"/>
                </a:cubicBezTo>
                <a:cubicBezTo>
                  <a:pt x="707454" y="469640"/>
                  <a:pt x="699516" y="479419"/>
                  <a:pt x="690880" y="488563"/>
                </a:cubicBezTo>
                <a:cubicBezTo>
                  <a:pt x="689269" y="489731"/>
                  <a:pt x="687223" y="490126"/>
                  <a:pt x="685292" y="489642"/>
                </a:cubicBezTo>
                <a:cubicBezTo>
                  <a:pt x="682920" y="489162"/>
                  <a:pt x="680724" y="488042"/>
                  <a:pt x="678942" y="486404"/>
                </a:cubicBezTo>
                <a:cubicBezTo>
                  <a:pt x="677383" y="484647"/>
                  <a:pt x="676484" y="482402"/>
                  <a:pt x="676402" y="480054"/>
                </a:cubicBezTo>
                <a:cubicBezTo>
                  <a:pt x="676402" y="446208"/>
                  <a:pt x="676402" y="412299"/>
                  <a:pt x="676402" y="378454"/>
                </a:cubicBezTo>
                <a:lnTo>
                  <a:pt x="676402" y="287331"/>
                </a:lnTo>
                <a:close/>
              </a:path>
            </a:pathLst>
          </a:custGeom>
          <a:solidFill>
            <a:srgbClr val="F91258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6238" y="2067007"/>
            <a:ext cx="5627171" cy="2353439"/>
          </a:xfrm>
        </p:spPr>
        <p:txBody>
          <a:bodyPr anchor="b" anchorCtr="0">
            <a:noAutofit/>
          </a:bodyPr>
          <a:lstStyle>
            <a:lvl1pPr algn="l">
              <a:lnSpc>
                <a:spcPts val="6000"/>
              </a:lnSpc>
              <a:defRPr sz="3600" spc="60" baseline="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TO EDIT MASTER TITLE STYLE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9967457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ext Slide - With side bar C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7E00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349984"/>
            <a:ext cx="3443732" cy="2751998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spc="60" baseline="0">
                <a:solidFill>
                  <a:schemeClr val="bg1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slide title to sit here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037138" y="1349984"/>
            <a:ext cx="5803900" cy="409416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buFont typeface="Arial" panose="020B0604020202020204" pitchFamily="34" charset="0"/>
              <a:buChar char="•"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magna.</a:t>
            </a:r>
          </a:p>
          <a:p>
            <a:pPr lvl="1"/>
            <a:r>
              <a:rPr lang="en-US" dirty="0"/>
              <a:t>Second level</a:t>
            </a:r>
          </a:p>
        </p:txBody>
      </p:sp>
      <p:grpSp>
        <p:nvGrpSpPr>
          <p:cNvPr id="33" name="Group 32"/>
          <p:cNvGrpSpPr/>
          <p:nvPr userDrawn="1"/>
        </p:nvGrpSpPr>
        <p:grpSpPr>
          <a:xfrm>
            <a:off x="-1717" y="4568506"/>
            <a:ext cx="4628886" cy="1406446"/>
            <a:chOff x="-1717" y="4568506"/>
            <a:chExt cx="4628886" cy="1406446"/>
          </a:xfrm>
          <a:solidFill>
            <a:srgbClr val="F91258"/>
          </a:solidFill>
        </p:grpSpPr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1717" y="4568506"/>
              <a:ext cx="4004222" cy="595385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68896" h="248186">
                  <a:moveTo>
                    <a:pt x="1668896" y="248186"/>
                  </a:moveTo>
                  <a:lnTo>
                    <a:pt x="331" y="248186"/>
                  </a:lnTo>
                  <a:cubicBezTo>
                    <a:pt x="-110" y="229623"/>
                    <a:pt x="441" y="211060"/>
                    <a:pt x="0" y="192497"/>
                  </a:cubicBezTo>
                  <a:lnTo>
                    <a:pt x="1522910" y="192497"/>
                  </a:lnTo>
                  <a:cubicBezTo>
                    <a:pt x="1465061" y="134140"/>
                    <a:pt x="1411785" y="74768"/>
                    <a:pt x="1376225" y="219"/>
                  </a:cubicBezTo>
                  <a:cubicBezTo>
                    <a:pt x="1396608" y="219"/>
                    <a:pt x="1415468" y="854"/>
                    <a:pt x="1434264" y="219"/>
                  </a:cubicBezTo>
                  <a:cubicBezTo>
                    <a:pt x="1443056" y="-1141"/>
                    <a:pt x="1451568" y="3956"/>
                    <a:pt x="1454520" y="12347"/>
                  </a:cubicBezTo>
                  <a:cubicBezTo>
                    <a:pt x="1472082" y="45816"/>
                    <a:pt x="1493755" y="76961"/>
                    <a:pt x="1519036" y="105057"/>
                  </a:cubicBezTo>
                  <a:cubicBezTo>
                    <a:pt x="1562664" y="155126"/>
                    <a:pt x="1610880" y="201004"/>
                    <a:pt x="1663055" y="242090"/>
                  </a:cubicBezTo>
                  <a:cubicBezTo>
                    <a:pt x="1664833" y="243551"/>
                    <a:pt x="1666610" y="245011"/>
                    <a:pt x="1668261" y="246535"/>
                  </a:cubicBezTo>
                  <a:cubicBezTo>
                    <a:pt x="1668579" y="246599"/>
                    <a:pt x="1668579" y="247170"/>
                    <a:pt x="166889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3713028" y="4568727"/>
              <a:ext cx="914141" cy="1401463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1717" y="5379567"/>
              <a:ext cx="4004222" cy="595385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68896" h="248186">
                  <a:moveTo>
                    <a:pt x="1668896" y="248186"/>
                  </a:moveTo>
                  <a:lnTo>
                    <a:pt x="331" y="248186"/>
                  </a:lnTo>
                  <a:cubicBezTo>
                    <a:pt x="-110" y="229623"/>
                    <a:pt x="441" y="211060"/>
                    <a:pt x="0" y="192497"/>
                  </a:cubicBezTo>
                  <a:lnTo>
                    <a:pt x="1522910" y="192497"/>
                  </a:lnTo>
                  <a:cubicBezTo>
                    <a:pt x="1465061" y="134140"/>
                    <a:pt x="1411785" y="74768"/>
                    <a:pt x="1376225" y="219"/>
                  </a:cubicBezTo>
                  <a:cubicBezTo>
                    <a:pt x="1396608" y="219"/>
                    <a:pt x="1415468" y="854"/>
                    <a:pt x="1434264" y="219"/>
                  </a:cubicBezTo>
                  <a:cubicBezTo>
                    <a:pt x="1443056" y="-1141"/>
                    <a:pt x="1451568" y="3956"/>
                    <a:pt x="1454520" y="12347"/>
                  </a:cubicBezTo>
                  <a:cubicBezTo>
                    <a:pt x="1472082" y="45816"/>
                    <a:pt x="1493755" y="76961"/>
                    <a:pt x="1519036" y="105057"/>
                  </a:cubicBezTo>
                  <a:cubicBezTo>
                    <a:pt x="1562664" y="155126"/>
                    <a:pt x="1610880" y="201004"/>
                    <a:pt x="1663055" y="242090"/>
                  </a:cubicBezTo>
                  <a:cubicBezTo>
                    <a:pt x="1664833" y="243551"/>
                    <a:pt x="1666610" y="245011"/>
                    <a:pt x="1668261" y="246535"/>
                  </a:cubicBezTo>
                  <a:cubicBezTo>
                    <a:pt x="1668579" y="246599"/>
                    <a:pt x="1668579" y="247170"/>
                    <a:pt x="166889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33457880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ext Slid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242034"/>
            <a:ext cx="3694112" cy="2917842"/>
          </a:xfrm>
        </p:spPr>
        <p:txBody>
          <a:bodyPr anchor="b"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12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6098146" y="579549"/>
            <a:ext cx="5718225" cy="589903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0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 sz="20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2"/>
            <a:r>
              <a:rPr lang="en-GB" dirty="0"/>
              <a:t>Fourth level</a:t>
            </a:r>
          </a:p>
          <a:p>
            <a:pPr lvl="2"/>
            <a:r>
              <a:rPr lang="en-GB" dirty="0"/>
              <a:t>Fifth level</a:t>
            </a:r>
          </a:p>
        </p:txBody>
      </p:sp>
      <p:grpSp>
        <p:nvGrpSpPr>
          <p:cNvPr id="24" name="Group 23"/>
          <p:cNvGrpSpPr/>
          <p:nvPr userDrawn="1"/>
        </p:nvGrpSpPr>
        <p:grpSpPr>
          <a:xfrm>
            <a:off x="-6058" y="3531457"/>
            <a:ext cx="5797612" cy="2365031"/>
            <a:chOff x="-2229" y="2361812"/>
            <a:chExt cx="11067619" cy="4514835"/>
          </a:xfrm>
          <a:solidFill>
            <a:srgbClr val="7E007C"/>
          </a:solidFill>
        </p:grpSpPr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467" y="49640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5961484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 and Image (half screen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5"/>
            <a:ext cx="6143484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5123903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D44E23D4-CD16-B448-8F0A-11F5CE4FAB4C}"/>
              </a:ext>
            </a:extLst>
          </p:cNvPr>
          <p:cNvSpPr/>
          <p:nvPr userDrawn="1"/>
        </p:nvSpPr>
        <p:spPr>
          <a:xfrm>
            <a:off x="3229535" y="4488657"/>
            <a:ext cx="3729957" cy="2369343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641350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lnTo>
                  <a:pt x="350450" y="641432"/>
                </a:lnTo>
                <a:lnTo>
                  <a:pt x="428301" y="641432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cubicBezTo>
                  <a:pt x="668712" y="640352"/>
                  <a:pt x="683761" y="640352"/>
                  <a:pt x="698747" y="640352"/>
                </a:cubicBez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cubicBezTo>
                  <a:pt x="687889" y="141687"/>
                  <a:pt x="670616" y="141687"/>
                  <a:pt x="652138" y="141687"/>
                </a:cubicBez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cubicBezTo>
                  <a:pt x="350704" y="258463"/>
                  <a:pt x="350704" y="300818"/>
                  <a:pt x="350704" y="343045"/>
                </a:cubicBez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cubicBezTo>
                  <a:pt x="300539" y="353142"/>
                  <a:pt x="254564" y="353142"/>
                  <a:pt x="208591" y="352697"/>
                </a:cubicBez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rgbClr val="7E007C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4640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Activity 1">
    <p:bg>
      <p:bgPr>
        <a:solidFill>
          <a:srgbClr val="7E00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9">
            <a:extLst>
              <a:ext uri="{FF2B5EF4-FFF2-40B4-BE49-F238E27FC236}">
                <a16:creationId xmlns:a16="http://schemas.microsoft.com/office/drawing/2014/main" id="{56887D20-DCD6-8E49-BF31-8F4C2FCCD421}"/>
              </a:ext>
            </a:extLst>
          </p:cNvPr>
          <p:cNvSpPr/>
          <p:nvPr userDrawn="1"/>
        </p:nvSpPr>
        <p:spPr>
          <a:xfrm>
            <a:off x="487005" y="518307"/>
            <a:ext cx="3525956" cy="4061544"/>
          </a:xfrm>
          <a:custGeom>
            <a:avLst/>
            <a:gdLst>
              <a:gd name="connsiteX0" fmla="*/ 1008895 w 1003300"/>
              <a:gd name="connsiteY0" fmla="*/ 731076 h 1155700"/>
              <a:gd name="connsiteX1" fmla="*/ 581921 w 1003300"/>
              <a:gd name="connsiteY1" fmla="*/ 1157986 h 1155700"/>
              <a:gd name="connsiteX2" fmla="*/ 581921 w 1003300"/>
              <a:gd name="connsiteY2" fmla="*/ 932371 h 1155700"/>
              <a:gd name="connsiteX3" fmla="*/ 565728 w 1003300"/>
              <a:gd name="connsiteY3" fmla="*/ 932371 h 1155700"/>
              <a:gd name="connsiteX4" fmla="*/ 485337 w 1003300"/>
              <a:gd name="connsiteY4" fmla="*/ 923163 h 1155700"/>
              <a:gd name="connsiteX5" fmla="*/ 405454 w 1003300"/>
              <a:gd name="connsiteY5" fmla="*/ 877824 h 1155700"/>
              <a:gd name="connsiteX6" fmla="*/ 306585 w 1003300"/>
              <a:gd name="connsiteY6" fmla="*/ 784035 h 1155700"/>
              <a:gd name="connsiteX7" fmla="*/ 114497 w 1003300"/>
              <a:gd name="connsiteY7" fmla="*/ 591312 h 1155700"/>
              <a:gd name="connsiteX8" fmla="*/ 29534 w 1003300"/>
              <a:gd name="connsiteY8" fmla="*/ 484251 h 1155700"/>
              <a:gd name="connsiteX9" fmla="*/ 7500 w 1003300"/>
              <a:gd name="connsiteY9" fmla="*/ 408051 h 1155700"/>
              <a:gd name="connsiteX10" fmla="*/ 452 w 1003300"/>
              <a:gd name="connsiteY10" fmla="*/ 282766 h 1155700"/>
              <a:gd name="connsiteX11" fmla="*/ 452 w 1003300"/>
              <a:gd name="connsiteY11" fmla="*/ 10668 h 1155700"/>
              <a:gd name="connsiteX12" fmla="*/ 452 w 1003300"/>
              <a:gd name="connsiteY12" fmla="*/ 1333 h 1155700"/>
              <a:gd name="connsiteX13" fmla="*/ 201937 w 1003300"/>
              <a:gd name="connsiteY13" fmla="*/ 203200 h 1155700"/>
              <a:gd name="connsiteX14" fmla="*/ 405137 w 1003300"/>
              <a:gd name="connsiteY14" fmla="*/ 0 h 1155700"/>
              <a:gd name="connsiteX15" fmla="*/ 405137 w 1003300"/>
              <a:gd name="connsiteY15" fmla="*/ 527876 h 1155700"/>
              <a:gd name="connsiteX16" fmla="*/ 573221 w 1003300"/>
              <a:gd name="connsiteY16" fmla="*/ 527876 h 1155700"/>
              <a:gd name="connsiteX17" fmla="*/ 581984 w 1003300"/>
              <a:gd name="connsiteY17" fmla="*/ 518732 h 1155700"/>
              <a:gd name="connsiteX18" fmla="*/ 581984 w 1003300"/>
              <a:gd name="connsiteY18" fmla="*/ 303975 h 1155700"/>
              <a:gd name="connsiteX19" fmla="*/ 1008895 w 1003300"/>
              <a:gd name="connsiteY19" fmla="*/ 731076 h 1155700"/>
              <a:gd name="connsiteX20" fmla="*/ 649929 w 1003300"/>
              <a:gd name="connsiteY20" fmla="*/ 864426 h 1155700"/>
              <a:gd name="connsiteX21" fmla="*/ 649929 w 1003300"/>
              <a:gd name="connsiteY21" fmla="*/ 991807 h 1155700"/>
              <a:gd name="connsiteX22" fmla="*/ 911359 w 1003300"/>
              <a:gd name="connsiteY22" fmla="*/ 730568 h 1155700"/>
              <a:gd name="connsiteX23" fmla="*/ 649231 w 1003300"/>
              <a:gd name="connsiteY23" fmla="*/ 468376 h 1155700"/>
              <a:gd name="connsiteX24" fmla="*/ 649231 w 1003300"/>
              <a:gd name="connsiteY24" fmla="*/ 595693 h 1155700"/>
              <a:gd name="connsiteX25" fmla="*/ 216732 w 1003300"/>
              <a:gd name="connsiteY25" fmla="*/ 595693 h 1155700"/>
              <a:gd name="connsiteX26" fmla="*/ 221558 w 1003300"/>
              <a:gd name="connsiteY26" fmla="*/ 601091 h 1155700"/>
              <a:gd name="connsiteX27" fmla="*/ 427870 w 1003300"/>
              <a:gd name="connsiteY27" fmla="*/ 807720 h 1155700"/>
              <a:gd name="connsiteX28" fmla="*/ 542170 w 1003300"/>
              <a:gd name="connsiteY28" fmla="*/ 862457 h 1155700"/>
              <a:gd name="connsiteX29" fmla="*/ 624720 w 1003300"/>
              <a:gd name="connsiteY29" fmla="*/ 864426 h 1155700"/>
              <a:gd name="connsiteX30" fmla="*/ 649929 w 1003300"/>
              <a:gd name="connsiteY30" fmla="*/ 864426 h 1155700"/>
              <a:gd name="connsiteX31" fmla="*/ 68523 w 1003300"/>
              <a:gd name="connsiteY31" fmla="*/ 162941 h 1155700"/>
              <a:gd name="connsiteX32" fmla="*/ 68142 w 1003300"/>
              <a:gd name="connsiteY32" fmla="*/ 168275 h 1155700"/>
              <a:gd name="connsiteX33" fmla="*/ 68460 w 1003300"/>
              <a:gd name="connsiteY33" fmla="*/ 339725 h 1155700"/>
              <a:gd name="connsiteX34" fmla="*/ 75318 w 1003300"/>
              <a:gd name="connsiteY34" fmla="*/ 411162 h 1155700"/>
              <a:gd name="connsiteX35" fmla="*/ 127325 w 1003300"/>
              <a:gd name="connsiteY35" fmla="*/ 494665 h 1155700"/>
              <a:gd name="connsiteX36" fmla="*/ 203207 w 1003300"/>
              <a:gd name="connsiteY36" fmla="*/ 521780 h 1155700"/>
              <a:gd name="connsiteX37" fmla="*/ 333889 w 1003300"/>
              <a:gd name="connsiteY37" fmla="*/ 527558 h 1155700"/>
              <a:gd name="connsiteX38" fmla="*/ 336937 w 1003300"/>
              <a:gd name="connsiteY38" fmla="*/ 526732 h 1155700"/>
              <a:gd name="connsiteX39" fmla="*/ 336938 w 1003300"/>
              <a:gd name="connsiteY39" fmla="*/ 162243 h 1155700"/>
              <a:gd name="connsiteX40" fmla="*/ 202508 w 1003300"/>
              <a:gd name="connsiteY40" fmla="*/ 295021 h 1155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003300" h="1155700">
                <a:moveTo>
                  <a:pt x="1008895" y="731076"/>
                </a:moveTo>
                <a:lnTo>
                  <a:pt x="581921" y="1157986"/>
                </a:lnTo>
                <a:lnTo>
                  <a:pt x="581921" y="932371"/>
                </a:lnTo>
                <a:lnTo>
                  <a:pt x="565728" y="932371"/>
                </a:lnTo>
                <a:cubicBezTo>
                  <a:pt x="538636" y="932998"/>
                  <a:pt x="511586" y="929900"/>
                  <a:pt x="485337" y="923163"/>
                </a:cubicBezTo>
                <a:cubicBezTo>
                  <a:pt x="455495" y="914588"/>
                  <a:pt x="428116" y="899048"/>
                  <a:pt x="405454" y="877824"/>
                </a:cubicBezTo>
                <a:cubicBezTo>
                  <a:pt x="371736" y="847407"/>
                  <a:pt x="338843" y="815975"/>
                  <a:pt x="306585" y="784035"/>
                </a:cubicBezTo>
                <a:cubicBezTo>
                  <a:pt x="242111" y="720238"/>
                  <a:pt x="178082" y="655997"/>
                  <a:pt x="114497" y="591312"/>
                </a:cubicBezTo>
                <a:cubicBezTo>
                  <a:pt x="82430" y="558737"/>
                  <a:pt x="52140" y="524510"/>
                  <a:pt x="29534" y="484251"/>
                </a:cubicBezTo>
                <a:cubicBezTo>
                  <a:pt x="16810" y="460725"/>
                  <a:pt x="9295" y="434737"/>
                  <a:pt x="7500" y="408051"/>
                </a:cubicBezTo>
                <a:cubicBezTo>
                  <a:pt x="3944" y="366395"/>
                  <a:pt x="1150" y="324548"/>
                  <a:pt x="452" y="282766"/>
                </a:cubicBezTo>
                <a:cubicBezTo>
                  <a:pt x="-565" y="192087"/>
                  <a:pt x="452" y="101346"/>
                  <a:pt x="452" y="10668"/>
                </a:cubicBezTo>
                <a:lnTo>
                  <a:pt x="452" y="1333"/>
                </a:lnTo>
                <a:cubicBezTo>
                  <a:pt x="67952" y="68961"/>
                  <a:pt x="134817" y="135890"/>
                  <a:pt x="201937" y="203200"/>
                </a:cubicBezTo>
                <a:lnTo>
                  <a:pt x="405137" y="0"/>
                </a:lnTo>
                <a:lnTo>
                  <a:pt x="405137" y="527876"/>
                </a:lnTo>
                <a:cubicBezTo>
                  <a:pt x="408185" y="527876"/>
                  <a:pt x="519818" y="527876"/>
                  <a:pt x="573221" y="527876"/>
                </a:cubicBezTo>
                <a:cubicBezTo>
                  <a:pt x="580524" y="527876"/>
                  <a:pt x="581984" y="525463"/>
                  <a:pt x="581984" y="518732"/>
                </a:cubicBezTo>
                <a:cubicBezTo>
                  <a:pt x="581984" y="449516"/>
                  <a:pt x="581984" y="305435"/>
                  <a:pt x="581984" y="303975"/>
                </a:cubicBezTo>
                <a:cubicBezTo>
                  <a:pt x="580778" y="304292"/>
                  <a:pt x="1010038" y="732028"/>
                  <a:pt x="1008895" y="731076"/>
                </a:cubicBezTo>
                <a:close/>
                <a:moveTo>
                  <a:pt x="649929" y="864426"/>
                </a:moveTo>
                <a:lnTo>
                  <a:pt x="649929" y="991807"/>
                </a:lnTo>
                <a:cubicBezTo>
                  <a:pt x="737601" y="904092"/>
                  <a:pt x="824745" y="817012"/>
                  <a:pt x="911359" y="730568"/>
                </a:cubicBezTo>
                <a:lnTo>
                  <a:pt x="649231" y="468376"/>
                </a:lnTo>
                <a:lnTo>
                  <a:pt x="649231" y="595693"/>
                </a:lnTo>
                <a:lnTo>
                  <a:pt x="216732" y="595693"/>
                </a:lnTo>
                <a:cubicBezTo>
                  <a:pt x="218955" y="598170"/>
                  <a:pt x="220162" y="599757"/>
                  <a:pt x="221558" y="601091"/>
                </a:cubicBezTo>
                <a:cubicBezTo>
                  <a:pt x="290265" y="669967"/>
                  <a:pt x="359036" y="738844"/>
                  <a:pt x="427870" y="807720"/>
                </a:cubicBezTo>
                <a:cubicBezTo>
                  <a:pt x="459620" y="839470"/>
                  <a:pt x="496894" y="859473"/>
                  <a:pt x="542170" y="862457"/>
                </a:cubicBezTo>
                <a:cubicBezTo>
                  <a:pt x="569665" y="864235"/>
                  <a:pt x="597288" y="863854"/>
                  <a:pt x="624720" y="864426"/>
                </a:cubicBezTo>
                <a:cubicBezTo>
                  <a:pt x="632721" y="864553"/>
                  <a:pt x="640404" y="864426"/>
                  <a:pt x="649929" y="864426"/>
                </a:cubicBezTo>
                <a:close/>
                <a:moveTo>
                  <a:pt x="68523" y="162941"/>
                </a:moveTo>
                <a:cubicBezTo>
                  <a:pt x="68523" y="164402"/>
                  <a:pt x="68142" y="166370"/>
                  <a:pt x="68142" y="168275"/>
                </a:cubicBezTo>
                <a:cubicBezTo>
                  <a:pt x="68142" y="225425"/>
                  <a:pt x="67507" y="282575"/>
                  <a:pt x="68460" y="339725"/>
                </a:cubicBezTo>
                <a:cubicBezTo>
                  <a:pt x="68770" y="363686"/>
                  <a:pt x="71064" y="387580"/>
                  <a:pt x="75318" y="411162"/>
                </a:cubicBezTo>
                <a:cubicBezTo>
                  <a:pt x="81668" y="445326"/>
                  <a:pt x="97289" y="474662"/>
                  <a:pt x="127325" y="494665"/>
                </a:cubicBezTo>
                <a:cubicBezTo>
                  <a:pt x="150463" y="508873"/>
                  <a:pt x="176305" y="518107"/>
                  <a:pt x="203207" y="521780"/>
                </a:cubicBezTo>
                <a:cubicBezTo>
                  <a:pt x="246514" y="529273"/>
                  <a:pt x="290265" y="527621"/>
                  <a:pt x="333889" y="527558"/>
                </a:cubicBezTo>
                <a:cubicBezTo>
                  <a:pt x="334936" y="527411"/>
                  <a:pt x="335960" y="527133"/>
                  <a:pt x="336937" y="526732"/>
                </a:cubicBezTo>
                <a:lnTo>
                  <a:pt x="336938" y="162243"/>
                </a:lnTo>
                <a:lnTo>
                  <a:pt x="202508" y="295021"/>
                </a:lnTo>
                <a:close/>
              </a:path>
            </a:pathLst>
          </a:custGeom>
          <a:solidFill>
            <a:schemeClr val="bg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>
              <a:solidFill>
                <a:schemeClr val="bg1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27302" y="344971"/>
            <a:ext cx="7475232" cy="285887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 baseline="0">
                <a:solidFill>
                  <a:schemeClr val="bg1"/>
                </a:solidFill>
              </a:defRPr>
            </a:lvl1pPr>
          </a:lstStyle>
          <a:p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ACTIVITY: </a:t>
            </a:r>
            <a:br>
              <a:rPr lang="en-US" noProof="0" dirty="0"/>
            </a:br>
            <a:r>
              <a:rPr lang="en-US" noProof="0" dirty="0"/>
              <a:t>CLICK TO EDIT TITLE</a:t>
            </a:r>
            <a:endParaRPr lang="en-GB" noProof="0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327303" y="3525004"/>
            <a:ext cx="7475230" cy="2791976"/>
          </a:xfrm>
        </p:spPr>
        <p:txBody>
          <a:bodyPr/>
          <a:lstStyle>
            <a:lvl1pPr>
              <a:lnSpc>
                <a:spcPct val="100000"/>
              </a:lnSpc>
              <a:defRPr b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instructions</a:t>
            </a:r>
          </a:p>
        </p:txBody>
      </p:sp>
    </p:spTree>
    <p:extLst>
      <p:ext uri="{BB962C8B-B14F-4D97-AF65-F5344CB8AC3E}">
        <p14:creationId xmlns:p14="http://schemas.microsoft.com/office/powerpoint/2010/main" val="31756808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B623AAC1-38C0-EC41-AF66-7EC76ACCB8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1272" y="1368256"/>
            <a:ext cx="11516239" cy="495535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 dirty="0"/>
              <a:t>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125889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216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3940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154460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icon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1059427" y="3673998"/>
            <a:ext cx="2124159" cy="2749952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0" indent="0">
              <a:buFont typeface="Arial" panose="020B0604020202020204" pitchFamily="34" charset="0"/>
              <a:buNone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4" name="Text Placeholder 4"/>
          <p:cNvSpPr>
            <a:spLocks noGrp="1"/>
          </p:cNvSpPr>
          <p:nvPr>
            <p:ph type="body" sz="quarter" idx="16" hasCustomPrompt="1"/>
          </p:nvPr>
        </p:nvSpPr>
        <p:spPr>
          <a:xfrm>
            <a:off x="3639645" y="3673998"/>
            <a:ext cx="2068065" cy="2749952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buFont typeface="Arial" panose="020B0604020202020204" pitchFamily="34" charset="0"/>
              <a:buChar char="•"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6149996" y="3673998"/>
            <a:ext cx="2130523" cy="2749952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buFont typeface="Arial" panose="020B0604020202020204" pitchFamily="34" charset="0"/>
              <a:buChar char="•"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7" name="Picture Placeholder 21"/>
          <p:cNvSpPr>
            <a:spLocks noGrp="1"/>
          </p:cNvSpPr>
          <p:nvPr>
            <p:ph type="pic" sz="quarter" idx="18" hasCustomPrompt="1"/>
          </p:nvPr>
        </p:nvSpPr>
        <p:spPr>
          <a:xfrm>
            <a:off x="1059428" y="1993484"/>
            <a:ext cx="1437932" cy="143793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8" name="Picture Placeholder 21"/>
          <p:cNvSpPr>
            <a:spLocks noGrp="1"/>
          </p:cNvSpPr>
          <p:nvPr>
            <p:ph type="pic" sz="quarter" idx="19" hasCustomPrompt="1"/>
          </p:nvPr>
        </p:nvSpPr>
        <p:spPr>
          <a:xfrm>
            <a:off x="3639646" y="1986408"/>
            <a:ext cx="1437932" cy="143793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9" name="Picture Placeholder 21"/>
          <p:cNvSpPr>
            <a:spLocks noGrp="1"/>
          </p:cNvSpPr>
          <p:nvPr>
            <p:ph type="pic" sz="quarter" idx="20" hasCustomPrompt="1"/>
          </p:nvPr>
        </p:nvSpPr>
        <p:spPr>
          <a:xfrm>
            <a:off x="6149997" y="1993484"/>
            <a:ext cx="1437932" cy="143793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10" name="Text Placeholder 4"/>
          <p:cNvSpPr>
            <a:spLocks noGrp="1"/>
          </p:cNvSpPr>
          <p:nvPr>
            <p:ph type="body" sz="quarter" idx="21" hasCustomPrompt="1"/>
          </p:nvPr>
        </p:nvSpPr>
        <p:spPr>
          <a:xfrm>
            <a:off x="8637070" y="3688989"/>
            <a:ext cx="2183449" cy="2749952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buFont typeface="Arial" panose="020B0604020202020204" pitchFamily="34" charset="0"/>
              <a:buChar char="•"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11" name="Picture Placeholder 21"/>
          <p:cNvSpPr>
            <a:spLocks noGrp="1"/>
          </p:cNvSpPr>
          <p:nvPr>
            <p:ph type="pic" sz="quarter" idx="22" hasCustomPrompt="1"/>
          </p:nvPr>
        </p:nvSpPr>
        <p:spPr>
          <a:xfrm>
            <a:off x="8637071" y="2008475"/>
            <a:ext cx="1437932" cy="143793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3" name="Rectangle 12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389683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text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1065907" y="1986354"/>
            <a:ext cx="2153905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5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511826" y="1986354"/>
            <a:ext cx="2153905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6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5957745" y="1986353"/>
            <a:ext cx="2153905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7" name="Text Placeholder 7"/>
          <p:cNvSpPr>
            <a:spLocks noGrp="1"/>
          </p:cNvSpPr>
          <p:nvPr>
            <p:ph type="body" sz="quarter" idx="15" hasCustomPrompt="1"/>
          </p:nvPr>
        </p:nvSpPr>
        <p:spPr>
          <a:xfrm>
            <a:off x="8403664" y="1986352"/>
            <a:ext cx="2153905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271956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Text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5915467" y="1992793"/>
            <a:ext cx="4646004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5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069809" y="1992792"/>
            <a:ext cx="4646004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Rectangle 6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361177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7"/>
          <p:cNvSpPr>
            <a:spLocks noGrp="1"/>
          </p:cNvSpPr>
          <p:nvPr>
            <p:ph type="body" sz="quarter" idx="17" hasCustomPrompt="1"/>
          </p:nvPr>
        </p:nvSpPr>
        <p:spPr>
          <a:xfrm>
            <a:off x="1080209" y="4307356"/>
            <a:ext cx="4646004" cy="2072171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buFont typeface="Arial" panose="020B0604020202020204" pitchFamily="34" charset="0"/>
              <a:buChar char="•"/>
              <a:defRPr sz="1800"/>
            </a:lvl2pPr>
            <a:lvl3pPr marL="0" indent="0">
              <a:buNone/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80209" y="2003204"/>
            <a:ext cx="4645958" cy="207217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925914" y="2003203"/>
            <a:ext cx="4645958" cy="207217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5925868" y="4307356"/>
            <a:ext cx="4646004" cy="2072171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buFont typeface="Arial" panose="020B0604020202020204" pitchFamily="34" charset="0"/>
              <a:buChar char="•"/>
              <a:defRPr/>
            </a:lvl2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2" name="Rectangle 11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625944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Rectangle 2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79135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Hope you enjoyed">
    <p:bg>
      <p:bgPr>
        <a:solidFill>
          <a:srgbClr val="09EDB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663440" y="0"/>
            <a:ext cx="752856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5300" y="2311970"/>
            <a:ext cx="3138017" cy="1908338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 baseline="0"/>
            </a:lvl1pPr>
          </a:lstStyle>
          <a:p>
            <a:r>
              <a:rPr lang="en-US" noProof="0" dirty="0"/>
              <a:t>THANK YOU</a:t>
            </a:r>
            <a:endParaRPr lang="en-GB" noProof="0" dirty="0"/>
          </a:p>
        </p:txBody>
      </p:sp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8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5301" y="5306004"/>
            <a:ext cx="4269826" cy="1186921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b="0" baseline="0"/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 dirty="0"/>
              <a:t>Hope you enjoyed this learning journey.</a:t>
            </a:r>
          </a:p>
        </p:txBody>
      </p:sp>
      <p:grpSp>
        <p:nvGrpSpPr>
          <p:cNvPr id="4" name="Group 3"/>
          <p:cNvGrpSpPr/>
          <p:nvPr userDrawn="1"/>
        </p:nvGrpSpPr>
        <p:grpSpPr>
          <a:xfrm>
            <a:off x="-1698" y="3508800"/>
            <a:ext cx="7016130" cy="2425241"/>
            <a:chOff x="683" y="3508800"/>
            <a:chExt cx="7016130" cy="2425241"/>
          </a:xfrm>
          <a:solidFill>
            <a:srgbClr val="004050"/>
          </a:solidFill>
        </p:grpSpPr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683" y="3508800"/>
              <a:ext cx="5938619" cy="102700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566 w 1668566"/>
                <a:gd name="connsiteY0" fmla="*/ 248186 h 248186"/>
                <a:gd name="connsiteX1" fmla="*/ 1 w 1668566"/>
                <a:gd name="connsiteY1" fmla="*/ 248186 h 248186"/>
                <a:gd name="connsiteX2" fmla="*/ 229815 w 1668566"/>
                <a:gd name="connsiteY2" fmla="*/ 194032 h 248186"/>
                <a:gd name="connsiteX3" fmla="*/ 1522580 w 1668566"/>
                <a:gd name="connsiteY3" fmla="*/ 192497 h 248186"/>
                <a:gd name="connsiteX4" fmla="*/ 1375895 w 1668566"/>
                <a:gd name="connsiteY4" fmla="*/ 219 h 248186"/>
                <a:gd name="connsiteX5" fmla="*/ 1433934 w 1668566"/>
                <a:gd name="connsiteY5" fmla="*/ 219 h 248186"/>
                <a:gd name="connsiteX6" fmla="*/ 1454190 w 1668566"/>
                <a:gd name="connsiteY6" fmla="*/ 12347 h 248186"/>
                <a:gd name="connsiteX7" fmla="*/ 1518706 w 1668566"/>
                <a:gd name="connsiteY7" fmla="*/ 105057 h 248186"/>
                <a:gd name="connsiteX8" fmla="*/ 1662725 w 1668566"/>
                <a:gd name="connsiteY8" fmla="*/ 242090 h 248186"/>
                <a:gd name="connsiteX9" fmla="*/ 1667931 w 1668566"/>
                <a:gd name="connsiteY9" fmla="*/ 246535 h 248186"/>
                <a:gd name="connsiteX10" fmla="*/ 1668566 w 1668566"/>
                <a:gd name="connsiteY10" fmla="*/ 248186 h 248186"/>
                <a:gd name="connsiteX0" fmla="*/ 1440017 w 1440017"/>
                <a:gd name="connsiteY0" fmla="*/ 248186 h 248186"/>
                <a:gd name="connsiteX1" fmla="*/ 62 w 1440017"/>
                <a:gd name="connsiteY1" fmla="*/ 248186 h 248186"/>
                <a:gd name="connsiteX2" fmla="*/ 1266 w 1440017"/>
                <a:gd name="connsiteY2" fmla="*/ 194032 h 248186"/>
                <a:gd name="connsiteX3" fmla="*/ 1294031 w 1440017"/>
                <a:gd name="connsiteY3" fmla="*/ 192497 h 248186"/>
                <a:gd name="connsiteX4" fmla="*/ 1147346 w 1440017"/>
                <a:gd name="connsiteY4" fmla="*/ 219 h 248186"/>
                <a:gd name="connsiteX5" fmla="*/ 1205385 w 1440017"/>
                <a:gd name="connsiteY5" fmla="*/ 219 h 248186"/>
                <a:gd name="connsiteX6" fmla="*/ 1225641 w 1440017"/>
                <a:gd name="connsiteY6" fmla="*/ 12347 h 248186"/>
                <a:gd name="connsiteX7" fmla="*/ 1290157 w 1440017"/>
                <a:gd name="connsiteY7" fmla="*/ 105057 h 248186"/>
                <a:gd name="connsiteX8" fmla="*/ 1434176 w 1440017"/>
                <a:gd name="connsiteY8" fmla="*/ 242090 h 248186"/>
                <a:gd name="connsiteX9" fmla="*/ 1439382 w 1440017"/>
                <a:gd name="connsiteY9" fmla="*/ 246535 h 248186"/>
                <a:gd name="connsiteX10" fmla="*/ 1440017 w 1440017"/>
                <a:gd name="connsiteY10" fmla="*/ 248186 h 248186"/>
                <a:gd name="connsiteX0" fmla="*/ 1439987 w 1439987"/>
                <a:gd name="connsiteY0" fmla="*/ 248186 h 248186"/>
                <a:gd name="connsiteX1" fmla="*/ 32 w 1439987"/>
                <a:gd name="connsiteY1" fmla="*/ 248186 h 248186"/>
                <a:gd name="connsiteX2" fmla="*/ 3538 w 1439987"/>
                <a:gd name="connsiteY2" fmla="*/ 192881 h 248186"/>
                <a:gd name="connsiteX3" fmla="*/ 1294001 w 1439987"/>
                <a:gd name="connsiteY3" fmla="*/ 192497 h 248186"/>
                <a:gd name="connsiteX4" fmla="*/ 1147316 w 1439987"/>
                <a:gd name="connsiteY4" fmla="*/ 219 h 248186"/>
                <a:gd name="connsiteX5" fmla="*/ 1205355 w 1439987"/>
                <a:gd name="connsiteY5" fmla="*/ 219 h 248186"/>
                <a:gd name="connsiteX6" fmla="*/ 1225611 w 1439987"/>
                <a:gd name="connsiteY6" fmla="*/ 12347 h 248186"/>
                <a:gd name="connsiteX7" fmla="*/ 1290127 w 1439987"/>
                <a:gd name="connsiteY7" fmla="*/ 105057 h 248186"/>
                <a:gd name="connsiteX8" fmla="*/ 1434146 w 1439987"/>
                <a:gd name="connsiteY8" fmla="*/ 242090 h 248186"/>
                <a:gd name="connsiteX9" fmla="*/ 1439352 w 1439987"/>
                <a:gd name="connsiteY9" fmla="*/ 246535 h 248186"/>
                <a:gd name="connsiteX10" fmla="*/ 1439987 w 1439987"/>
                <a:gd name="connsiteY10" fmla="*/ 248186 h 248186"/>
                <a:gd name="connsiteX0" fmla="*/ 1436625 w 1436625"/>
                <a:gd name="connsiteY0" fmla="*/ 248186 h 248186"/>
                <a:gd name="connsiteX1" fmla="*/ 122 w 1436625"/>
                <a:gd name="connsiteY1" fmla="*/ 248186 h 248186"/>
                <a:gd name="connsiteX2" fmla="*/ 176 w 1436625"/>
                <a:gd name="connsiteY2" fmla="*/ 192881 h 248186"/>
                <a:gd name="connsiteX3" fmla="*/ 1290639 w 1436625"/>
                <a:gd name="connsiteY3" fmla="*/ 192497 h 248186"/>
                <a:gd name="connsiteX4" fmla="*/ 1143954 w 1436625"/>
                <a:gd name="connsiteY4" fmla="*/ 219 h 248186"/>
                <a:gd name="connsiteX5" fmla="*/ 1201993 w 1436625"/>
                <a:gd name="connsiteY5" fmla="*/ 219 h 248186"/>
                <a:gd name="connsiteX6" fmla="*/ 1222249 w 1436625"/>
                <a:gd name="connsiteY6" fmla="*/ 12347 h 248186"/>
                <a:gd name="connsiteX7" fmla="*/ 1286765 w 1436625"/>
                <a:gd name="connsiteY7" fmla="*/ 105057 h 248186"/>
                <a:gd name="connsiteX8" fmla="*/ 1430784 w 1436625"/>
                <a:gd name="connsiteY8" fmla="*/ 242090 h 248186"/>
                <a:gd name="connsiteX9" fmla="*/ 1435990 w 1436625"/>
                <a:gd name="connsiteY9" fmla="*/ 246535 h 248186"/>
                <a:gd name="connsiteX10" fmla="*/ 1436625 w 1436625"/>
                <a:gd name="connsiteY10" fmla="*/ 248186 h 248186"/>
                <a:gd name="connsiteX0" fmla="*/ 1436553 w 1436553"/>
                <a:gd name="connsiteY0" fmla="*/ 248186 h 248186"/>
                <a:gd name="connsiteX1" fmla="*/ 50 w 1436553"/>
                <a:gd name="connsiteY1" fmla="*/ 248186 h 248186"/>
                <a:gd name="connsiteX2" fmla="*/ 1830 w 1436553"/>
                <a:gd name="connsiteY2" fmla="*/ 192881 h 248186"/>
                <a:gd name="connsiteX3" fmla="*/ 1290567 w 1436553"/>
                <a:gd name="connsiteY3" fmla="*/ 192497 h 248186"/>
                <a:gd name="connsiteX4" fmla="*/ 1143882 w 1436553"/>
                <a:gd name="connsiteY4" fmla="*/ 219 h 248186"/>
                <a:gd name="connsiteX5" fmla="*/ 1201921 w 1436553"/>
                <a:gd name="connsiteY5" fmla="*/ 219 h 248186"/>
                <a:gd name="connsiteX6" fmla="*/ 1222177 w 1436553"/>
                <a:gd name="connsiteY6" fmla="*/ 12347 h 248186"/>
                <a:gd name="connsiteX7" fmla="*/ 1286693 w 1436553"/>
                <a:gd name="connsiteY7" fmla="*/ 105057 h 248186"/>
                <a:gd name="connsiteX8" fmla="*/ 1430712 w 1436553"/>
                <a:gd name="connsiteY8" fmla="*/ 242090 h 248186"/>
                <a:gd name="connsiteX9" fmla="*/ 1435918 w 1436553"/>
                <a:gd name="connsiteY9" fmla="*/ 246535 h 248186"/>
                <a:gd name="connsiteX10" fmla="*/ 1436553 w 1436553"/>
                <a:gd name="connsiteY10" fmla="*/ 248186 h 248186"/>
                <a:gd name="connsiteX0" fmla="*/ 1434899 w 1434899"/>
                <a:gd name="connsiteY0" fmla="*/ 248186 h 248186"/>
                <a:gd name="connsiteX1" fmla="*/ 122 w 1434899"/>
                <a:gd name="connsiteY1" fmla="*/ 248186 h 248186"/>
                <a:gd name="connsiteX2" fmla="*/ 176 w 1434899"/>
                <a:gd name="connsiteY2" fmla="*/ 192881 h 248186"/>
                <a:gd name="connsiteX3" fmla="*/ 1288913 w 1434899"/>
                <a:gd name="connsiteY3" fmla="*/ 192497 h 248186"/>
                <a:gd name="connsiteX4" fmla="*/ 1142228 w 1434899"/>
                <a:gd name="connsiteY4" fmla="*/ 219 h 248186"/>
                <a:gd name="connsiteX5" fmla="*/ 1200267 w 1434899"/>
                <a:gd name="connsiteY5" fmla="*/ 219 h 248186"/>
                <a:gd name="connsiteX6" fmla="*/ 1220523 w 1434899"/>
                <a:gd name="connsiteY6" fmla="*/ 12347 h 248186"/>
                <a:gd name="connsiteX7" fmla="*/ 1285039 w 1434899"/>
                <a:gd name="connsiteY7" fmla="*/ 105057 h 248186"/>
                <a:gd name="connsiteX8" fmla="*/ 1429058 w 1434899"/>
                <a:gd name="connsiteY8" fmla="*/ 242090 h 248186"/>
                <a:gd name="connsiteX9" fmla="*/ 1434264 w 1434899"/>
                <a:gd name="connsiteY9" fmla="*/ 246535 h 248186"/>
                <a:gd name="connsiteX10" fmla="*/ 1434899 w 1434899"/>
                <a:gd name="connsiteY10" fmla="*/ 248186 h 248186"/>
                <a:gd name="connsiteX0" fmla="*/ 1434899 w 1434899"/>
                <a:gd name="connsiteY0" fmla="*/ 248186 h 248186"/>
                <a:gd name="connsiteX1" fmla="*/ 122 w 1434899"/>
                <a:gd name="connsiteY1" fmla="*/ 248186 h 248186"/>
                <a:gd name="connsiteX2" fmla="*/ 176 w 1434899"/>
                <a:gd name="connsiteY2" fmla="*/ 192881 h 248186"/>
                <a:gd name="connsiteX3" fmla="*/ 1288913 w 1434899"/>
                <a:gd name="connsiteY3" fmla="*/ 192497 h 248186"/>
                <a:gd name="connsiteX4" fmla="*/ 1142228 w 1434899"/>
                <a:gd name="connsiteY4" fmla="*/ 219 h 248186"/>
                <a:gd name="connsiteX5" fmla="*/ 1200267 w 1434899"/>
                <a:gd name="connsiteY5" fmla="*/ 219 h 248186"/>
                <a:gd name="connsiteX6" fmla="*/ 1220523 w 1434899"/>
                <a:gd name="connsiteY6" fmla="*/ 12347 h 248186"/>
                <a:gd name="connsiteX7" fmla="*/ 1285039 w 1434899"/>
                <a:gd name="connsiteY7" fmla="*/ 105057 h 248186"/>
                <a:gd name="connsiteX8" fmla="*/ 1429058 w 1434899"/>
                <a:gd name="connsiteY8" fmla="*/ 242090 h 248186"/>
                <a:gd name="connsiteX9" fmla="*/ 1434264 w 1434899"/>
                <a:gd name="connsiteY9" fmla="*/ 246535 h 248186"/>
                <a:gd name="connsiteX10" fmla="*/ 1434899 w 1434899"/>
                <a:gd name="connsiteY10" fmla="*/ 248186 h 248186"/>
                <a:gd name="connsiteX0" fmla="*/ 1434899 w 1434899"/>
                <a:gd name="connsiteY0" fmla="*/ 248186 h 248186"/>
                <a:gd name="connsiteX1" fmla="*/ 122 w 1434899"/>
                <a:gd name="connsiteY1" fmla="*/ 248186 h 248186"/>
                <a:gd name="connsiteX2" fmla="*/ 176 w 1434899"/>
                <a:gd name="connsiteY2" fmla="*/ 192881 h 248186"/>
                <a:gd name="connsiteX3" fmla="*/ 1288913 w 1434899"/>
                <a:gd name="connsiteY3" fmla="*/ 192497 h 248186"/>
                <a:gd name="connsiteX4" fmla="*/ 1142228 w 1434899"/>
                <a:gd name="connsiteY4" fmla="*/ 219 h 248186"/>
                <a:gd name="connsiteX5" fmla="*/ 1200267 w 1434899"/>
                <a:gd name="connsiteY5" fmla="*/ 219 h 248186"/>
                <a:gd name="connsiteX6" fmla="*/ 1220523 w 1434899"/>
                <a:gd name="connsiteY6" fmla="*/ 12347 h 248186"/>
                <a:gd name="connsiteX7" fmla="*/ 1285039 w 1434899"/>
                <a:gd name="connsiteY7" fmla="*/ 105057 h 248186"/>
                <a:gd name="connsiteX8" fmla="*/ 1429058 w 1434899"/>
                <a:gd name="connsiteY8" fmla="*/ 242090 h 248186"/>
                <a:gd name="connsiteX9" fmla="*/ 1434264 w 1434899"/>
                <a:gd name="connsiteY9" fmla="*/ 246535 h 248186"/>
                <a:gd name="connsiteX10" fmla="*/ 1434899 w 1434899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34899" h="248186">
                  <a:moveTo>
                    <a:pt x="1434899" y="248186"/>
                  </a:moveTo>
                  <a:lnTo>
                    <a:pt x="122" y="248186"/>
                  </a:lnTo>
                  <a:cubicBezTo>
                    <a:pt x="-319" y="229623"/>
                    <a:pt x="617" y="211444"/>
                    <a:pt x="176" y="192881"/>
                  </a:cubicBezTo>
                  <a:lnTo>
                    <a:pt x="1288913" y="192497"/>
                  </a:lnTo>
                  <a:cubicBezTo>
                    <a:pt x="1231064" y="134140"/>
                    <a:pt x="1177788" y="74768"/>
                    <a:pt x="1142228" y="219"/>
                  </a:cubicBezTo>
                  <a:cubicBezTo>
                    <a:pt x="1162611" y="219"/>
                    <a:pt x="1181471" y="854"/>
                    <a:pt x="1200267" y="219"/>
                  </a:cubicBezTo>
                  <a:cubicBezTo>
                    <a:pt x="1209059" y="-1141"/>
                    <a:pt x="1217571" y="3956"/>
                    <a:pt x="1220523" y="12347"/>
                  </a:cubicBezTo>
                  <a:cubicBezTo>
                    <a:pt x="1238085" y="45816"/>
                    <a:pt x="1259758" y="76961"/>
                    <a:pt x="1285039" y="105057"/>
                  </a:cubicBezTo>
                  <a:cubicBezTo>
                    <a:pt x="1328667" y="155126"/>
                    <a:pt x="1376883" y="201004"/>
                    <a:pt x="1429058" y="242090"/>
                  </a:cubicBezTo>
                  <a:cubicBezTo>
                    <a:pt x="1430836" y="243551"/>
                    <a:pt x="1432613" y="245011"/>
                    <a:pt x="1434264" y="246535"/>
                  </a:cubicBezTo>
                  <a:cubicBezTo>
                    <a:pt x="1434582" y="246599"/>
                    <a:pt x="1434582" y="247170"/>
                    <a:pt x="1434899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 userDrawn="1"/>
          </p:nvSpPr>
          <p:spPr>
            <a:xfrm>
              <a:off x="5439970" y="3509181"/>
              <a:ext cx="1576843" cy="2417447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683" y="4907035"/>
              <a:ext cx="5938619" cy="102700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566 w 1668566"/>
                <a:gd name="connsiteY0" fmla="*/ 248186 h 248186"/>
                <a:gd name="connsiteX1" fmla="*/ 1 w 1668566"/>
                <a:gd name="connsiteY1" fmla="*/ 248186 h 248186"/>
                <a:gd name="connsiteX2" fmla="*/ 229815 w 1668566"/>
                <a:gd name="connsiteY2" fmla="*/ 194032 h 248186"/>
                <a:gd name="connsiteX3" fmla="*/ 1522580 w 1668566"/>
                <a:gd name="connsiteY3" fmla="*/ 192497 h 248186"/>
                <a:gd name="connsiteX4" fmla="*/ 1375895 w 1668566"/>
                <a:gd name="connsiteY4" fmla="*/ 219 h 248186"/>
                <a:gd name="connsiteX5" fmla="*/ 1433934 w 1668566"/>
                <a:gd name="connsiteY5" fmla="*/ 219 h 248186"/>
                <a:gd name="connsiteX6" fmla="*/ 1454190 w 1668566"/>
                <a:gd name="connsiteY6" fmla="*/ 12347 h 248186"/>
                <a:gd name="connsiteX7" fmla="*/ 1518706 w 1668566"/>
                <a:gd name="connsiteY7" fmla="*/ 105057 h 248186"/>
                <a:gd name="connsiteX8" fmla="*/ 1662725 w 1668566"/>
                <a:gd name="connsiteY8" fmla="*/ 242090 h 248186"/>
                <a:gd name="connsiteX9" fmla="*/ 1667931 w 1668566"/>
                <a:gd name="connsiteY9" fmla="*/ 246535 h 248186"/>
                <a:gd name="connsiteX10" fmla="*/ 1668566 w 1668566"/>
                <a:gd name="connsiteY10" fmla="*/ 248186 h 248186"/>
                <a:gd name="connsiteX0" fmla="*/ 1440017 w 1440017"/>
                <a:gd name="connsiteY0" fmla="*/ 248186 h 248186"/>
                <a:gd name="connsiteX1" fmla="*/ 62 w 1440017"/>
                <a:gd name="connsiteY1" fmla="*/ 248186 h 248186"/>
                <a:gd name="connsiteX2" fmla="*/ 1266 w 1440017"/>
                <a:gd name="connsiteY2" fmla="*/ 194032 h 248186"/>
                <a:gd name="connsiteX3" fmla="*/ 1294031 w 1440017"/>
                <a:gd name="connsiteY3" fmla="*/ 192497 h 248186"/>
                <a:gd name="connsiteX4" fmla="*/ 1147346 w 1440017"/>
                <a:gd name="connsiteY4" fmla="*/ 219 h 248186"/>
                <a:gd name="connsiteX5" fmla="*/ 1205385 w 1440017"/>
                <a:gd name="connsiteY5" fmla="*/ 219 h 248186"/>
                <a:gd name="connsiteX6" fmla="*/ 1225641 w 1440017"/>
                <a:gd name="connsiteY6" fmla="*/ 12347 h 248186"/>
                <a:gd name="connsiteX7" fmla="*/ 1290157 w 1440017"/>
                <a:gd name="connsiteY7" fmla="*/ 105057 h 248186"/>
                <a:gd name="connsiteX8" fmla="*/ 1434176 w 1440017"/>
                <a:gd name="connsiteY8" fmla="*/ 242090 h 248186"/>
                <a:gd name="connsiteX9" fmla="*/ 1439382 w 1440017"/>
                <a:gd name="connsiteY9" fmla="*/ 246535 h 248186"/>
                <a:gd name="connsiteX10" fmla="*/ 1440017 w 1440017"/>
                <a:gd name="connsiteY10" fmla="*/ 248186 h 248186"/>
                <a:gd name="connsiteX0" fmla="*/ 1439987 w 1439987"/>
                <a:gd name="connsiteY0" fmla="*/ 248186 h 248186"/>
                <a:gd name="connsiteX1" fmla="*/ 32 w 1439987"/>
                <a:gd name="connsiteY1" fmla="*/ 248186 h 248186"/>
                <a:gd name="connsiteX2" fmla="*/ 3538 w 1439987"/>
                <a:gd name="connsiteY2" fmla="*/ 192881 h 248186"/>
                <a:gd name="connsiteX3" fmla="*/ 1294001 w 1439987"/>
                <a:gd name="connsiteY3" fmla="*/ 192497 h 248186"/>
                <a:gd name="connsiteX4" fmla="*/ 1147316 w 1439987"/>
                <a:gd name="connsiteY4" fmla="*/ 219 h 248186"/>
                <a:gd name="connsiteX5" fmla="*/ 1205355 w 1439987"/>
                <a:gd name="connsiteY5" fmla="*/ 219 h 248186"/>
                <a:gd name="connsiteX6" fmla="*/ 1225611 w 1439987"/>
                <a:gd name="connsiteY6" fmla="*/ 12347 h 248186"/>
                <a:gd name="connsiteX7" fmla="*/ 1290127 w 1439987"/>
                <a:gd name="connsiteY7" fmla="*/ 105057 h 248186"/>
                <a:gd name="connsiteX8" fmla="*/ 1434146 w 1439987"/>
                <a:gd name="connsiteY8" fmla="*/ 242090 h 248186"/>
                <a:gd name="connsiteX9" fmla="*/ 1439352 w 1439987"/>
                <a:gd name="connsiteY9" fmla="*/ 246535 h 248186"/>
                <a:gd name="connsiteX10" fmla="*/ 1439987 w 1439987"/>
                <a:gd name="connsiteY10" fmla="*/ 248186 h 248186"/>
                <a:gd name="connsiteX0" fmla="*/ 1436625 w 1436625"/>
                <a:gd name="connsiteY0" fmla="*/ 248186 h 248186"/>
                <a:gd name="connsiteX1" fmla="*/ 122 w 1436625"/>
                <a:gd name="connsiteY1" fmla="*/ 248186 h 248186"/>
                <a:gd name="connsiteX2" fmla="*/ 176 w 1436625"/>
                <a:gd name="connsiteY2" fmla="*/ 192881 h 248186"/>
                <a:gd name="connsiteX3" fmla="*/ 1290639 w 1436625"/>
                <a:gd name="connsiteY3" fmla="*/ 192497 h 248186"/>
                <a:gd name="connsiteX4" fmla="*/ 1143954 w 1436625"/>
                <a:gd name="connsiteY4" fmla="*/ 219 h 248186"/>
                <a:gd name="connsiteX5" fmla="*/ 1201993 w 1436625"/>
                <a:gd name="connsiteY5" fmla="*/ 219 h 248186"/>
                <a:gd name="connsiteX6" fmla="*/ 1222249 w 1436625"/>
                <a:gd name="connsiteY6" fmla="*/ 12347 h 248186"/>
                <a:gd name="connsiteX7" fmla="*/ 1286765 w 1436625"/>
                <a:gd name="connsiteY7" fmla="*/ 105057 h 248186"/>
                <a:gd name="connsiteX8" fmla="*/ 1430784 w 1436625"/>
                <a:gd name="connsiteY8" fmla="*/ 242090 h 248186"/>
                <a:gd name="connsiteX9" fmla="*/ 1435990 w 1436625"/>
                <a:gd name="connsiteY9" fmla="*/ 246535 h 248186"/>
                <a:gd name="connsiteX10" fmla="*/ 1436625 w 1436625"/>
                <a:gd name="connsiteY10" fmla="*/ 248186 h 248186"/>
                <a:gd name="connsiteX0" fmla="*/ 1436553 w 1436553"/>
                <a:gd name="connsiteY0" fmla="*/ 248186 h 248186"/>
                <a:gd name="connsiteX1" fmla="*/ 50 w 1436553"/>
                <a:gd name="connsiteY1" fmla="*/ 248186 h 248186"/>
                <a:gd name="connsiteX2" fmla="*/ 1830 w 1436553"/>
                <a:gd name="connsiteY2" fmla="*/ 192881 h 248186"/>
                <a:gd name="connsiteX3" fmla="*/ 1290567 w 1436553"/>
                <a:gd name="connsiteY3" fmla="*/ 192497 h 248186"/>
                <a:gd name="connsiteX4" fmla="*/ 1143882 w 1436553"/>
                <a:gd name="connsiteY4" fmla="*/ 219 h 248186"/>
                <a:gd name="connsiteX5" fmla="*/ 1201921 w 1436553"/>
                <a:gd name="connsiteY5" fmla="*/ 219 h 248186"/>
                <a:gd name="connsiteX6" fmla="*/ 1222177 w 1436553"/>
                <a:gd name="connsiteY6" fmla="*/ 12347 h 248186"/>
                <a:gd name="connsiteX7" fmla="*/ 1286693 w 1436553"/>
                <a:gd name="connsiteY7" fmla="*/ 105057 h 248186"/>
                <a:gd name="connsiteX8" fmla="*/ 1430712 w 1436553"/>
                <a:gd name="connsiteY8" fmla="*/ 242090 h 248186"/>
                <a:gd name="connsiteX9" fmla="*/ 1435918 w 1436553"/>
                <a:gd name="connsiteY9" fmla="*/ 246535 h 248186"/>
                <a:gd name="connsiteX10" fmla="*/ 1436553 w 1436553"/>
                <a:gd name="connsiteY10" fmla="*/ 248186 h 248186"/>
                <a:gd name="connsiteX0" fmla="*/ 1434899 w 1434899"/>
                <a:gd name="connsiteY0" fmla="*/ 248186 h 248186"/>
                <a:gd name="connsiteX1" fmla="*/ 122 w 1434899"/>
                <a:gd name="connsiteY1" fmla="*/ 248186 h 248186"/>
                <a:gd name="connsiteX2" fmla="*/ 176 w 1434899"/>
                <a:gd name="connsiteY2" fmla="*/ 192881 h 248186"/>
                <a:gd name="connsiteX3" fmla="*/ 1288913 w 1434899"/>
                <a:gd name="connsiteY3" fmla="*/ 192497 h 248186"/>
                <a:gd name="connsiteX4" fmla="*/ 1142228 w 1434899"/>
                <a:gd name="connsiteY4" fmla="*/ 219 h 248186"/>
                <a:gd name="connsiteX5" fmla="*/ 1200267 w 1434899"/>
                <a:gd name="connsiteY5" fmla="*/ 219 h 248186"/>
                <a:gd name="connsiteX6" fmla="*/ 1220523 w 1434899"/>
                <a:gd name="connsiteY6" fmla="*/ 12347 h 248186"/>
                <a:gd name="connsiteX7" fmla="*/ 1285039 w 1434899"/>
                <a:gd name="connsiteY7" fmla="*/ 105057 h 248186"/>
                <a:gd name="connsiteX8" fmla="*/ 1429058 w 1434899"/>
                <a:gd name="connsiteY8" fmla="*/ 242090 h 248186"/>
                <a:gd name="connsiteX9" fmla="*/ 1434264 w 1434899"/>
                <a:gd name="connsiteY9" fmla="*/ 246535 h 248186"/>
                <a:gd name="connsiteX10" fmla="*/ 1434899 w 1434899"/>
                <a:gd name="connsiteY10" fmla="*/ 248186 h 248186"/>
                <a:gd name="connsiteX0" fmla="*/ 1434899 w 1434899"/>
                <a:gd name="connsiteY0" fmla="*/ 248186 h 248186"/>
                <a:gd name="connsiteX1" fmla="*/ 122 w 1434899"/>
                <a:gd name="connsiteY1" fmla="*/ 248186 h 248186"/>
                <a:gd name="connsiteX2" fmla="*/ 176 w 1434899"/>
                <a:gd name="connsiteY2" fmla="*/ 192881 h 248186"/>
                <a:gd name="connsiteX3" fmla="*/ 1288913 w 1434899"/>
                <a:gd name="connsiteY3" fmla="*/ 192497 h 248186"/>
                <a:gd name="connsiteX4" fmla="*/ 1142228 w 1434899"/>
                <a:gd name="connsiteY4" fmla="*/ 219 h 248186"/>
                <a:gd name="connsiteX5" fmla="*/ 1200267 w 1434899"/>
                <a:gd name="connsiteY5" fmla="*/ 219 h 248186"/>
                <a:gd name="connsiteX6" fmla="*/ 1220523 w 1434899"/>
                <a:gd name="connsiteY6" fmla="*/ 12347 h 248186"/>
                <a:gd name="connsiteX7" fmla="*/ 1285039 w 1434899"/>
                <a:gd name="connsiteY7" fmla="*/ 105057 h 248186"/>
                <a:gd name="connsiteX8" fmla="*/ 1429058 w 1434899"/>
                <a:gd name="connsiteY8" fmla="*/ 242090 h 248186"/>
                <a:gd name="connsiteX9" fmla="*/ 1434264 w 1434899"/>
                <a:gd name="connsiteY9" fmla="*/ 246535 h 248186"/>
                <a:gd name="connsiteX10" fmla="*/ 1434899 w 1434899"/>
                <a:gd name="connsiteY10" fmla="*/ 248186 h 248186"/>
                <a:gd name="connsiteX0" fmla="*/ 1434899 w 1434899"/>
                <a:gd name="connsiteY0" fmla="*/ 248186 h 248186"/>
                <a:gd name="connsiteX1" fmla="*/ 122 w 1434899"/>
                <a:gd name="connsiteY1" fmla="*/ 248186 h 248186"/>
                <a:gd name="connsiteX2" fmla="*/ 176 w 1434899"/>
                <a:gd name="connsiteY2" fmla="*/ 192881 h 248186"/>
                <a:gd name="connsiteX3" fmla="*/ 1288913 w 1434899"/>
                <a:gd name="connsiteY3" fmla="*/ 192497 h 248186"/>
                <a:gd name="connsiteX4" fmla="*/ 1142228 w 1434899"/>
                <a:gd name="connsiteY4" fmla="*/ 219 h 248186"/>
                <a:gd name="connsiteX5" fmla="*/ 1200267 w 1434899"/>
                <a:gd name="connsiteY5" fmla="*/ 219 h 248186"/>
                <a:gd name="connsiteX6" fmla="*/ 1220523 w 1434899"/>
                <a:gd name="connsiteY6" fmla="*/ 12347 h 248186"/>
                <a:gd name="connsiteX7" fmla="*/ 1285039 w 1434899"/>
                <a:gd name="connsiteY7" fmla="*/ 105057 h 248186"/>
                <a:gd name="connsiteX8" fmla="*/ 1429058 w 1434899"/>
                <a:gd name="connsiteY8" fmla="*/ 242090 h 248186"/>
                <a:gd name="connsiteX9" fmla="*/ 1434264 w 1434899"/>
                <a:gd name="connsiteY9" fmla="*/ 246535 h 248186"/>
                <a:gd name="connsiteX10" fmla="*/ 1434899 w 1434899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34899" h="248186">
                  <a:moveTo>
                    <a:pt x="1434899" y="248186"/>
                  </a:moveTo>
                  <a:lnTo>
                    <a:pt x="122" y="248186"/>
                  </a:lnTo>
                  <a:cubicBezTo>
                    <a:pt x="-319" y="229623"/>
                    <a:pt x="617" y="211444"/>
                    <a:pt x="176" y="192881"/>
                  </a:cubicBezTo>
                  <a:lnTo>
                    <a:pt x="1288913" y="192497"/>
                  </a:lnTo>
                  <a:cubicBezTo>
                    <a:pt x="1231064" y="134140"/>
                    <a:pt x="1177788" y="74768"/>
                    <a:pt x="1142228" y="219"/>
                  </a:cubicBezTo>
                  <a:cubicBezTo>
                    <a:pt x="1162611" y="219"/>
                    <a:pt x="1181471" y="854"/>
                    <a:pt x="1200267" y="219"/>
                  </a:cubicBezTo>
                  <a:cubicBezTo>
                    <a:pt x="1209059" y="-1141"/>
                    <a:pt x="1217571" y="3956"/>
                    <a:pt x="1220523" y="12347"/>
                  </a:cubicBezTo>
                  <a:cubicBezTo>
                    <a:pt x="1238085" y="45816"/>
                    <a:pt x="1259758" y="76961"/>
                    <a:pt x="1285039" y="105057"/>
                  </a:cubicBezTo>
                  <a:cubicBezTo>
                    <a:pt x="1328667" y="155126"/>
                    <a:pt x="1376883" y="201004"/>
                    <a:pt x="1429058" y="242090"/>
                  </a:cubicBezTo>
                  <a:cubicBezTo>
                    <a:pt x="1430836" y="243551"/>
                    <a:pt x="1432613" y="245011"/>
                    <a:pt x="1434264" y="246535"/>
                  </a:cubicBezTo>
                  <a:cubicBezTo>
                    <a:pt x="1434582" y="246599"/>
                    <a:pt x="1434582" y="247170"/>
                    <a:pt x="1434899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8878496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34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A Template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1466" y="2130432"/>
            <a:ext cx="11049077" cy="1470025"/>
          </a:xfrm>
        </p:spPr>
        <p:txBody>
          <a:bodyPr>
            <a:normAutofit/>
          </a:bodyPr>
          <a:lstStyle>
            <a:lvl1pPr algn="ctr">
              <a:defRPr sz="3600">
                <a:solidFill>
                  <a:srgbClr val="0070C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>
            <a:normAutofit/>
          </a:bodyPr>
          <a:lstStyle>
            <a:lvl1pPr marL="0" indent="0" algn="ctr">
              <a:buNone/>
              <a:defRPr sz="2400" b="1">
                <a:solidFill>
                  <a:srgbClr val="AAAAAA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pic>
        <p:nvPicPr>
          <p:cNvPr id="8" name="Picture 7" descr="NewSwoop_Footer.jpg"/>
          <p:cNvPicPr>
            <a:picLocks noChangeAspect="1"/>
          </p:cNvPicPr>
          <p:nvPr userDrawn="1"/>
        </p:nvPicPr>
        <p:blipFill>
          <a:blip r:embed="rId2" cstate="print"/>
          <a:srcRect b="6922"/>
          <a:stretch>
            <a:fillRect/>
          </a:stretch>
        </p:blipFill>
        <p:spPr>
          <a:xfrm>
            <a:off x="0" y="5015952"/>
            <a:ext cx="12192000" cy="1775961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917" y="785794"/>
            <a:ext cx="956780" cy="698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715341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A Template_Mai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190463" y="928670"/>
            <a:ext cx="11715792" cy="5214974"/>
          </a:xfrm>
        </p:spPr>
        <p:txBody>
          <a:bodyPr/>
          <a:lstStyle>
            <a:lvl1pPr>
              <a:spcBef>
                <a:spcPts val="1200"/>
              </a:spcBef>
              <a:defRPr b="1"/>
            </a:lvl1pPr>
            <a:lvl2pPr>
              <a:spcBef>
                <a:spcPts val="600"/>
              </a:spcBef>
              <a:defRPr/>
            </a:lvl2pPr>
            <a:lvl3pPr>
              <a:spcBef>
                <a:spcPts val="600"/>
              </a:spcBef>
              <a:defRPr/>
            </a:lvl3pPr>
            <a:lvl4pPr>
              <a:spcBef>
                <a:spcPts val="600"/>
              </a:spcBef>
              <a:defRPr/>
            </a:lvl4pPr>
            <a:lvl5pPr>
              <a:spcBef>
                <a:spcPts val="600"/>
              </a:spcBef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90459" y="357166"/>
            <a:ext cx="11715832" cy="5004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GB" sz="2400" b="1" kern="1200" baseline="0" dirty="0" smtClean="0">
                <a:solidFill>
                  <a:srgbClr val="0070C0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 marL="342900" lvl="0" indent="-3429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</a:pPr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39157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23AAC1-38C0-EC41-AF66-7EC76ACCB83E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341272" y="1368256"/>
            <a:ext cx="11516239" cy="495535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 dirty="0"/>
              <a:t>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8754" y="6584738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 b="1" i="0">
                <a:solidFill>
                  <a:schemeClr val="bg1">
                    <a:lumMod val="50000"/>
                  </a:schemeClr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0464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1" r:id="rId1"/>
    <p:sldLayoutId id="2147483812" r:id="rId2"/>
    <p:sldLayoutId id="2147483813" r:id="rId3"/>
    <p:sldLayoutId id="2147483798" r:id="rId4"/>
    <p:sldLayoutId id="2147483806" r:id="rId5"/>
    <p:sldLayoutId id="2147483709" r:id="rId6"/>
    <p:sldLayoutId id="2147483822" r:id="rId7"/>
    <p:sldLayoutId id="2147483802" r:id="rId8"/>
    <p:sldLayoutId id="2147483792" r:id="rId9"/>
    <p:sldLayoutId id="2147483810" r:id="rId10"/>
    <p:sldLayoutId id="2147483804" r:id="rId11"/>
    <p:sldLayoutId id="2147483821" r:id="rId12"/>
    <p:sldLayoutId id="2147483824" r:id="rId13"/>
    <p:sldLayoutId id="2147483828" r:id="rId14"/>
    <p:sldLayoutId id="2147483853" r:id="rId15"/>
    <p:sldLayoutId id="2147483899" r:id="rId16"/>
    <p:sldLayoutId id="2147483832" r:id="rId17"/>
    <p:sldLayoutId id="2147483833" r:id="rId18"/>
    <p:sldLayoutId id="2147483836" r:id="rId19"/>
    <p:sldLayoutId id="2147483852" r:id="rId20"/>
    <p:sldLayoutId id="2147483900" r:id="rId21"/>
    <p:sldLayoutId id="2147483820" r:id="rId22"/>
    <p:sldLayoutId id="2147483842" r:id="rId23"/>
    <p:sldLayoutId id="2147483845" r:id="rId24"/>
    <p:sldLayoutId id="2147483851" r:id="rId25"/>
    <p:sldLayoutId id="2147483901" r:id="rId26"/>
    <p:sldLayoutId id="2147483650" r:id="rId27"/>
    <p:sldLayoutId id="2147483734" r:id="rId28"/>
    <p:sldLayoutId id="2147483796" r:id="rId29"/>
    <p:sldLayoutId id="2147483719" r:id="rId30"/>
    <p:sldLayoutId id="2147483721" r:id="rId31"/>
    <p:sldLayoutId id="2147483724" r:id="rId32"/>
    <p:sldLayoutId id="2147483797" r:id="rId33"/>
    <p:sldLayoutId id="2147483814" r:id="rId34"/>
    <p:sldLayoutId id="2147483902" r:id="rId35"/>
    <p:sldLayoutId id="2147483903" r:id="rId36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0" i="0" kern="1200" cap="none" baseline="0">
          <a:solidFill>
            <a:schemeClr val="tx1"/>
          </a:solidFill>
          <a:latin typeface="Krana Fat B" panose="00000B00000000000000" pitchFamily="50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50"/>
        </a:spcAft>
        <a:buSzPct val="115000"/>
        <a:buFontTx/>
        <a:buNone/>
        <a:defRPr sz="2000" b="0" i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1pPr>
      <a:lvl2pPr marL="355600" indent="-266700" algn="l" defTabSz="914400" rtl="0" eaLnBrk="1" latinLnBrk="0" hangingPunct="1">
        <a:lnSpc>
          <a:spcPct val="100000"/>
        </a:lnSpc>
        <a:spcBef>
          <a:spcPts val="0"/>
        </a:spcBef>
        <a:spcAft>
          <a:spcPts val="650"/>
        </a:spcAft>
        <a:buSzPct val="125000"/>
        <a:buFontTx/>
        <a:buBlip>
          <a:blip r:embed="rId38"/>
        </a:buBlip>
        <a:tabLst/>
        <a:defRPr sz="2000" b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2pPr>
      <a:lvl3pPr marL="355600" indent="-266700" algn="l" defTabSz="914400" rtl="0" eaLnBrk="1" latinLnBrk="0" hangingPunct="1">
        <a:lnSpc>
          <a:spcPct val="100000"/>
        </a:lnSpc>
        <a:spcBef>
          <a:spcPts val="0"/>
        </a:spcBef>
        <a:spcAft>
          <a:spcPts val="650"/>
        </a:spcAft>
        <a:buSzPct val="120000"/>
        <a:buFontTx/>
        <a:buBlip>
          <a:blip r:embed="rId38"/>
        </a:buBlip>
        <a:tabLst/>
        <a:defRPr sz="2000" b="0" i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3pPr>
      <a:lvl4pPr marL="355600" indent="-266700" algn="l" defTabSz="914400" rtl="0" eaLnBrk="1" latinLnBrk="0" hangingPunct="1">
        <a:lnSpc>
          <a:spcPct val="100000"/>
        </a:lnSpc>
        <a:spcBef>
          <a:spcPts val="0"/>
        </a:spcBef>
        <a:spcAft>
          <a:spcPts val="650"/>
        </a:spcAft>
        <a:buSzPct val="120000"/>
        <a:buFontTx/>
        <a:buBlip>
          <a:blip r:embed="rId38"/>
        </a:buBlip>
        <a:tabLst/>
        <a:defRPr sz="2000" b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4pPr>
      <a:lvl5pPr marL="355600" indent="-266700" algn="l" defTabSz="914400" rtl="0" eaLnBrk="1" latinLnBrk="0" hangingPunct="1">
        <a:lnSpc>
          <a:spcPct val="100000"/>
        </a:lnSpc>
        <a:spcBef>
          <a:spcPts val="0"/>
        </a:spcBef>
        <a:spcAft>
          <a:spcPts val="650"/>
        </a:spcAft>
        <a:buSzPct val="125000"/>
        <a:buFontTx/>
        <a:buBlip>
          <a:blip r:embed="rId38"/>
        </a:buBlip>
        <a:tabLst/>
        <a:defRPr sz="2000" b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8" userDrawn="1">
          <p15:clr>
            <a:srgbClr val="F26B43"/>
          </p15:clr>
        </p15:guide>
        <p15:guide id="2" orient="horz" pos="4081" userDrawn="1">
          <p15:clr>
            <a:srgbClr val="F26B43"/>
          </p15:clr>
        </p15:guide>
        <p15:guide id="3" pos="237" userDrawn="1">
          <p15:clr>
            <a:srgbClr val="F26B43"/>
          </p15:clr>
        </p15:guide>
        <p15:guide id="4" pos="732" userDrawn="1">
          <p15:clr>
            <a:srgbClr val="F26B43"/>
          </p15:clr>
        </p15:guide>
        <p15:guide id="5" pos="850" userDrawn="1">
          <p15:clr>
            <a:srgbClr val="F26B43"/>
          </p15:clr>
        </p15:guide>
        <p15:guide id="6" pos="1345" userDrawn="1">
          <p15:clr>
            <a:srgbClr val="F26B43"/>
          </p15:clr>
        </p15:guide>
        <p15:guide id="7" pos="1460" userDrawn="1">
          <p15:clr>
            <a:srgbClr val="F26B43"/>
          </p15:clr>
        </p15:guide>
        <p15:guide id="8" pos="1954" userDrawn="1">
          <p15:clr>
            <a:srgbClr val="F26B43"/>
          </p15:clr>
        </p15:guide>
        <p15:guide id="9" pos="2069" userDrawn="1">
          <p15:clr>
            <a:srgbClr val="F26B43"/>
          </p15:clr>
        </p15:guide>
        <p15:guide id="10" pos="2564" userDrawn="1">
          <p15:clr>
            <a:srgbClr val="F26B43"/>
          </p15:clr>
        </p15:guide>
        <p15:guide id="11" pos="2683" userDrawn="1">
          <p15:clr>
            <a:srgbClr val="F26B43"/>
          </p15:clr>
        </p15:guide>
        <p15:guide id="12" pos="3173" userDrawn="1">
          <p15:clr>
            <a:srgbClr val="F26B43"/>
          </p15:clr>
        </p15:guide>
        <p15:guide id="13" pos="3288" userDrawn="1">
          <p15:clr>
            <a:srgbClr val="F26B43"/>
          </p15:clr>
        </p15:guide>
        <p15:guide id="14" pos="3782" userDrawn="1">
          <p15:clr>
            <a:srgbClr val="F26B43"/>
          </p15:clr>
        </p15:guide>
        <p15:guide id="15" pos="3897" userDrawn="1">
          <p15:clr>
            <a:srgbClr val="F26B43"/>
          </p15:clr>
        </p15:guide>
        <p15:guide id="16" pos="4392" userDrawn="1">
          <p15:clr>
            <a:srgbClr val="F26B43"/>
          </p15:clr>
        </p15:guide>
        <p15:guide id="17" pos="4506" userDrawn="1">
          <p15:clr>
            <a:srgbClr val="F26B43"/>
          </p15:clr>
        </p15:guide>
        <p15:guide id="18" pos="5001" userDrawn="1">
          <p15:clr>
            <a:srgbClr val="F26B43"/>
          </p15:clr>
        </p15:guide>
        <p15:guide id="19" pos="5115" userDrawn="1">
          <p15:clr>
            <a:srgbClr val="F26B43"/>
          </p15:clr>
        </p15:guide>
        <p15:guide id="20" pos="5610" userDrawn="1">
          <p15:clr>
            <a:srgbClr val="F26B43"/>
          </p15:clr>
        </p15:guide>
        <p15:guide id="21" pos="5725" userDrawn="1">
          <p15:clr>
            <a:srgbClr val="F26B43"/>
          </p15:clr>
        </p15:guide>
        <p15:guide id="22" pos="6220" userDrawn="1">
          <p15:clr>
            <a:srgbClr val="F26B43"/>
          </p15:clr>
        </p15:guide>
        <p15:guide id="23" pos="6334" userDrawn="1">
          <p15:clr>
            <a:srgbClr val="F26B43"/>
          </p15:clr>
        </p15:guide>
        <p15:guide id="24" pos="6829" userDrawn="1">
          <p15:clr>
            <a:srgbClr val="F26B43"/>
          </p15:clr>
        </p15:guide>
        <p15:guide id="25" pos="6943" userDrawn="1">
          <p15:clr>
            <a:srgbClr val="F26B43"/>
          </p15:clr>
        </p15:guide>
        <p15:guide id="26" pos="7438" userDrawn="1">
          <p15:clr>
            <a:srgbClr val="F26B43"/>
          </p15:clr>
        </p15:guide>
        <p15:guide id="27" pos="3840" userDrawn="1">
          <p15:clr>
            <a:srgbClr val="9FCC3B"/>
          </p15:clr>
        </p15:guide>
        <p15:guide id="28" orient="horz" pos="2160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76238" y="2026902"/>
            <a:ext cx="5627171" cy="2353439"/>
          </a:xfrm>
        </p:spPr>
        <p:txBody>
          <a:bodyPr>
            <a:normAutofit/>
          </a:bodyPr>
          <a:lstStyle/>
          <a:p>
            <a:br>
              <a:rPr lang="en-GB" dirty="0"/>
            </a:br>
            <a:r>
              <a:rPr lang="en-GB" dirty="0">
                <a:ea typeface="+mn-ea"/>
                <a:cs typeface="+mn-cs"/>
              </a:rPr>
              <a:t>Web Development</a:t>
            </a:r>
            <a:br>
              <a:rPr lang="en-GB" dirty="0">
                <a:ea typeface="+mn-ea"/>
                <a:cs typeface="+mn-cs"/>
              </a:rPr>
            </a:br>
            <a:r>
              <a:rPr lang="en-GB" dirty="0"/>
              <a:t>JavaScript</a:t>
            </a:r>
            <a:endParaRPr lang="en-US" dirty="0"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376238" y="2026902"/>
            <a:ext cx="5627171" cy="2353439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buSzPct val="115000"/>
            </a:pPr>
            <a:br>
              <a:rPr lang="en-GB" dirty="0">
                <a:ea typeface="+mn-ea"/>
                <a:cs typeface="+mn-cs"/>
              </a:rPr>
            </a:br>
            <a:r>
              <a:rPr lang="en-GB" dirty="0">
                <a:ea typeface="+mn-ea"/>
                <a:cs typeface="+mn-cs"/>
              </a:rPr>
              <a:t>Loops</a:t>
            </a:r>
          </a:p>
        </p:txBody>
      </p:sp>
    </p:spTree>
    <p:extLst>
      <p:ext uri="{BB962C8B-B14F-4D97-AF65-F5344CB8AC3E}">
        <p14:creationId xmlns:p14="http://schemas.microsoft.com/office/powerpoint/2010/main" val="6439086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E61AD9A-C58E-4B6E-9A41-BA2235B8B46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Objectives</a:t>
            </a:r>
            <a:endParaRPr lang="en-IN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F33E192-8B3D-4382-8DBF-819EA487BAD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GB" b="1" dirty="0"/>
              <a:t>In this chapter you'll learn</a:t>
            </a:r>
          </a:p>
          <a:p>
            <a:pPr marL="342900" lvl="1" indent="-342900">
              <a:buSzPct val="115000"/>
            </a:pPr>
            <a:r>
              <a:rPr lang="en-GB" dirty="0"/>
              <a:t>How to create and use loops</a:t>
            </a:r>
          </a:p>
          <a:p>
            <a:pPr marL="342900" lvl="1" indent="-342900">
              <a:buSzPct val="115000"/>
            </a:pPr>
            <a:r>
              <a:rPr lang="en-GB" dirty="0"/>
              <a:t>To create and use functions in JavaScript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921402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22F0F87-17F2-4789-B26F-053330F529A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Loops</a:t>
            </a:r>
            <a:endParaRPr lang="en-IN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3C01AD3-B65E-4E33-B046-04ED585666F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72126" y="-34817"/>
            <a:ext cx="6324700" cy="5899039"/>
          </a:xfrm>
        </p:spPr>
        <p:txBody>
          <a:bodyPr anchor="ctr" anchorCtr="0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A way of iterating through a series of values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Different types of loop</a:t>
            </a:r>
            <a:br>
              <a:rPr lang="en-GB" b="1" dirty="0"/>
            </a:br>
            <a:endParaRPr lang="en-GB" b="1" dirty="0"/>
          </a:p>
          <a:p>
            <a:pPr marL="684000" lvl="1" indent="-342900">
              <a:spcAft>
                <a:spcPts val="650"/>
              </a:spcAft>
              <a:buSzPct val="115000"/>
            </a:pPr>
            <a:r>
              <a:rPr lang="en-GB" sz="2400" b="1" dirty="0">
                <a:solidFill>
                  <a:srgbClr val="0070C0"/>
                </a:solidFill>
              </a:rPr>
              <a:t>while</a:t>
            </a:r>
          </a:p>
          <a:p>
            <a:pPr marL="684000" lvl="1" indent="-342900">
              <a:spcAft>
                <a:spcPts val="650"/>
              </a:spcAft>
              <a:buSzPct val="115000"/>
            </a:pPr>
            <a:r>
              <a:rPr lang="en-GB" sz="2400" b="1" dirty="0">
                <a:solidFill>
                  <a:srgbClr val="0070C0"/>
                </a:solidFill>
              </a:rPr>
              <a:t>For</a:t>
            </a:r>
          </a:p>
          <a:p>
            <a:pPr marL="684000" lvl="1" indent="-342900">
              <a:spcAft>
                <a:spcPts val="650"/>
              </a:spcAft>
              <a:buSzPct val="115000"/>
            </a:pPr>
            <a:endParaRPr lang="en-GB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Each has some Boolean logic which will cause the loop to finish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83120432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Loops – Using while and for statements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53924" y="1390061"/>
            <a:ext cx="5589638" cy="317009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54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 &lt;</a:t>
            </a:r>
            <a:r>
              <a:rPr lang="en-GB" sz="2000" b="1" dirty="0">
                <a:solidFill>
                  <a:srgbClr val="800000"/>
                </a:solidFill>
                <a:latin typeface="Consolas" panose="020B0609020204030204" pitchFamily="49" charset="0"/>
              </a:rPr>
              <a:t>script</a:t>
            </a:r>
            <a:r>
              <a:rPr lang="en-GB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20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GB" sz="20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GB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= 0;</a:t>
            </a:r>
          </a:p>
          <a:p>
            <a:endParaRPr lang="en-GB" sz="20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GB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while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GB" sz="2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&lt; 10) {</a:t>
            </a:r>
          </a:p>
          <a:p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console.log(</a:t>
            </a:r>
            <a:r>
              <a:rPr lang="en-GB" sz="2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GB" sz="2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    }</a:t>
            </a:r>
          </a:p>
          <a:p>
            <a:endParaRPr lang="en-GB" sz="20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 &lt;/</a:t>
            </a:r>
            <a:r>
              <a:rPr lang="en-GB" sz="2000" b="1" dirty="0">
                <a:solidFill>
                  <a:srgbClr val="800000"/>
                </a:solidFill>
                <a:latin typeface="Consolas" panose="020B0609020204030204" pitchFamily="49" charset="0"/>
              </a:rPr>
              <a:t>script</a:t>
            </a:r>
            <a:r>
              <a:rPr lang="en-GB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BE79A1C-7540-4D00-A075-4756324B8326}"/>
              </a:ext>
            </a:extLst>
          </p:cNvPr>
          <p:cNvSpPr/>
          <p:nvPr/>
        </p:nvSpPr>
        <p:spPr>
          <a:xfrm>
            <a:off x="5417096" y="3693678"/>
            <a:ext cx="5589638" cy="2246769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 &lt;</a:t>
            </a:r>
            <a:r>
              <a:rPr lang="en-GB" sz="2000" b="1" dirty="0">
                <a:solidFill>
                  <a:srgbClr val="800000"/>
                </a:solidFill>
                <a:latin typeface="Consolas" panose="020B0609020204030204" pitchFamily="49" charset="0"/>
              </a:rPr>
              <a:t>script</a:t>
            </a:r>
            <a:r>
              <a:rPr lang="en-GB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20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GB" sz="20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GB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GB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let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= 0; </a:t>
            </a:r>
            <a:r>
              <a:rPr lang="en-GB" sz="2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&lt; 10; </a:t>
            </a:r>
            <a:r>
              <a:rPr lang="en-GB" sz="2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++) {</a:t>
            </a:r>
          </a:p>
          <a:p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console.log(</a:t>
            </a:r>
            <a:r>
              <a:rPr lang="en-GB" sz="2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    }</a:t>
            </a:r>
          </a:p>
          <a:p>
            <a:endParaRPr lang="en-GB" sz="20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 &lt;/</a:t>
            </a:r>
            <a:r>
              <a:rPr lang="en-GB" sz="2000" b="1" dirty="0">
                <a:solidFill>
                  <a:srgbClr val="800000"/>
                </a:solidFill>
                <a:latin typeface="Consolas" panose="020B0609020204030204" pitchFamily="49" charset="0"/>
              </a:rPr>
              <a:t>script</a:t>
            </a:r>
            <a:r>
              <a:rPr lang="en-GB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2368646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759382" y="1368256"/>
            <a:ext cx="8673237" cy="477053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let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table = </a:t>
            </a:r>
            <a:r>
              <a:rPr lang="en-GB" sz="1800" b="1" dirty="0">
                <a:solidFill>
                  <a:srgbClr val="A31515"/>
                </a:solidFill>
                <a:latin typeface="Consolas" panose="020B0609020204030204" pitchFamily="49" charset="0"/>
              </a:rPr>
              <a:t>"&lt;div&gt;"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let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row = 1; row &lt; 11; row++) {</a:t>
            </a: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   table += </a:t>
            </a:r>
            <a:r>
              <a:rPr lang="en-GB" sz="1800" b="1" dirty="0">
                <a:solidFill>
                  <a:srgbClr val="A31515"/>
                </a:solidFill>
                <a:latin typeface="Consolas" panose="020B0609020204030204" pitchFamily="49" charset="0"/>
              </a:rPr>
              <a:t>"&lt;div&gt;"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endParaRPr lang="en-GB" sz="18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let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column = 1; column &lt; 11; column++) {</a:t>
            </a: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let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res = row * column;</a:t>
            </a: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(res &lt; 10)</a:t>
            </a: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table += </a:t>
            </a:r>
            <a:r>
              <a:rPr lang="en-GB" sz="1800" b="1" dirty="0">
                <a:solidFill>
                  <a:srgbClr val="A31515"/>
                </a:solidFill>
                <a:latin typeface="Consolas" panose="020B0609020204030204" pitchFamily="49" charset="0"/>
              </a:rPr>
              <a:t>'0'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table += res + </a:t>
            </a:r>
            <a:r>
              <a:rPr lang="en-GB" sz="1800" b="1" dirty="0">
                <a:solidFill>
                  <a:srgbClr val="A31515"/>
                </a:solidFill>
                <a:latin typeface="Consolas" panose="020B0609020204030204" pitchFamily="49" charset="0"/>
              </a:rPr>
              <a:t>"|"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endParaRPr lang="en-GB" sz="18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   table += </a:t>
            </a:r>
            <a:r>
              <a:rPr lang="en-GB" sz="1800" b="1" dirty="0">
                <a:solidFill>
                  <a:srgbClr val="A31515"/>
                </a:solidFill>
                <a:latin typeface="Consolas" panose="020B0609020204030204" pitchFamily="49" charset="0"/>
              </a:rPr>
              <a:t>"&lt;/div&gt;"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en-GB" sz="18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table += </a:t>
            </a:r>
            <a:r>
              <a:rPr lang="en-GB" sz="1800" b="1" dirty="0">
                <a:solidFill>
                  <a:srgbClr val="A31515"/>
                </a:solidFill>
                <a:latin typeface="Consolas" panose="020B0609020204030204" pitchFamily="49" charset="0"/>
              </a:rPr>
              <a:t>"&lt;/div&gt;"</a:t>
            </a:r>
            <a:endParaRPr lang="en-GB" sz="18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document.write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(table);</a:t>
            </a:r>
          </a:p>
          <a:p>
            <a:endParaRPr lang="en-GB" sz="1600" b="1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For loop – an example of nested For loops</a:t>
            </a:r>
          </a:p>
        </p:txBody>
      </p:sp>
      <p:sp>
        <p:nvSpPr>
          <p:cNvPr id="6" name="Rounded Rectangular Callout 5"/>
          <p:cNvSpPr/>
          <p:nvPr/>
        </p:nvSpPr>
        <p:spPr>
          <a:xfrm>
            <a:off x="8418843" y="2600133"/>
            <a:ext cx="1908499" cy="360000"/>
          </a:xfrm>
          <a:prstGeom prst="wedgeRoundRectCallout">
            <a:avLst>
              <a:gd name="adj1" fmla="val -60288"/>
              <a:gd name="adj2" fmla="val 10196"/>
              <a:gd name="adj3" fmla="val 16667"/>
            </a:avLst>
          </a:prstGeom>
          <a:solidFill>
            <a:schemeClr val="bg1"/>
          </a:solidFill>
          <a:ln w="25400">
            <a:solidFill>
              <a:srgbClr val="F9125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  <a:cs typeface="Arial" pitchFamily="34" charset="0"/>
              </a:rPr>
              <a:t>each with 10 columns</a:t>
            </a:r>
          </a:p>
        </p:txBody>
      </p:sp>
      <p:sp>
        <p:nvSpPr>
          <p:cNvPr id="7" name="Rounded Rectangular Callout 6"/>
          <p:cNvSpPr/>
          <p:nvPr/>
        </p:nvSpPr>
        <p:spPr>
          <a:xfrm>
            <a:off x="6506400" y="1424826"/>
            <a:ext cx="1489796" cy="360000"/>
          </a:xfrm>
          <a:prstGeom prst="wedgeRoundRectCallout">
            <a:avLst>
              <a:gd name="adj1" fmla="val -41166"/>
              <a:gd name="adj2" fmla="val 73214"/>
              <a:gd name="adj3" fmla="val 16667"/>
            </a:avLst>
          </a:prstGeom>
          <a:solidFill>
            <a:schemeClr val="bg1"/>
          </a:solidFill>
          <a:ln w="25400">
            <a:solidFill>
              <a:srgbClr val="F9125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  <a:cs typeface="Arial" pitchFamily="34" charset="0"/>
              </a:rPr>
              <a:t>create 10 rows</a:t>
            </a:r>
          </a:p>
        </p:txBody>
      </p:sp>
      <p:sp>
        <p:nvSpPr>
          <p:cNvPr id="4" name="Rectangle 3"/>
          <p:cNvSpPr/>
          <p:nvPr/>
        </p:nvSpPr>
        <p:spPr>
          <a:xfrm>
            <a:off x="7436938" y="3297996"/>
            <a:ext cx="2882722" cy="2716673"/>
          </a:xfrm>
          <a:prstGeom prst="rect">
            <a:avLst/>
          </a:prstGeom>
          <a:solidFill>
            <a:srgbClr val="7E007C"/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180000" tIns="108000" bIns="144000">
            <a:spAutoFit/>
          </a:bodyPr>
          <a:lstStyle/>
          <a:p>
            <a:pPr algn="l"/>
            <a:r>
              <a:rPr lang="en-GB" sz="16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01|02|03|04|05|06|07|08|09|10|</a:t>
            </a:r>
          </a:p>
          <a:p>
            <a:pPr algn="l"/>
            <a:r>
              <a:rPr lang="en-GB" sz="16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02|04|06|08|10|12|14|16|18|20|</a:t>
            </a:r>
          </a:p>
          <a:p>
            <a:pPr algn="l"/>
            <a:r>
              <a:rPr lang="en-GB" sz="16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03|06|09|12|15|18|21|24|27|30|</a:t>
            </a:r>
          </a:p>
          <a:p>
            <a:pPr algn="l"/>
            <a:r>
              <a:rPr lang="en-GB" sz="16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04|08|12|16|20|24|28|32|36|40|</a:t>
            </a:r>
          </a:p>
          <a:p>
            <a:pPr algn="l"/>
            <a:r>
              <a:rPr lang="en-GB" sz="16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05|10|15|20|25|30|35|40|45|50|</a:t>
            </a:r>
          </a:p>
          <a:p>
            <a:pPr algn="l"/>
            <a:r>
              <a:rPr lang="en-GB" sz="16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06|12|18|24|30|36|42|48|54|60|</a:t>
            </a:r>
          </a:p>
          <a:p>
            <a:pPr algn="l"/>
            <a:r>
              <a:rPr lang="en-GB" sz="16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07|14|21|28|35|42|49|56|63|70|</a:t>
            </a:r>
          </a:p>
          <a:p>
            <a:pPr algn="l"/>
            <a:r>
              <a:rPr lang="en-GB" sz="16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08|16|24|32|40|48|56|64|72|80|</a:t>
            </a:r>
          </a:p>
          <a:p>
            <a:pPr algn="l"/>
            <a:r>
              <a:rPr lang="en-GB" sz="16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09|18|27|36|45|54|63|72|81|90|</a:t>
            </a:r>
          </a:p>
          <a:p>
            <a:pPr algn="l"/>
            <a:r>
              <a:rPr lang="en-GB" sz="16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10|20|30|40|50|60|70|80|90|100|</a:t>
            </a:r>
          </a:p>
        </p:txBody>
      </p:sp>
      <p:sp>
        <p:nvSpPr>
          <p:cNvPr id="5" name="Rounded Rectangular Callout 4"/>
          <p:cNvSpPr/>
          <p:nvPr/>
        </p:nvSpPr>
        <p:spPr>
          <a:xfrm>
            <a:off x="4244196" y="6041323"/>
            <a:ext cx="2760452" cy="540000"/>
          </a:xfrm>
          <a:prstGeom prst="wedgeRoundRectCallout">
            <a:avLst>
              <a:gd name="adj1" fmla="val 19895"/>
              <a:gd name="adj2" fmla="val 93139"/>
              <a:gd name="adj3" fmla="val 16667"/>
            </a:avLst>
          </a:prstGeom>
          <a:solidFill>
            <a:schemeClr val="bg1"/>
          </a:solidFill>
          <a:ln w="25400">
            <a:solidFill>
              <a:srgbClr val="F9125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solidFill>
                  <a:schemeClr val="tx1"/>
                </a:solidFill>
                <a:cs typeface="Arial" pitchFamily="34" charset="0"/>
              </a:rPr>
              <a:t>See the slide notes for code for a better format</a:t>
            </a:r>
          </a:p>
        </p:txBody>
      </p:sp>
    </p:spTree>
    <p:extLst>
      <p:ext uri="{BB962C8B-B14F-4D97-AF65-F5344CB8AC3E}">
        <p14:creationId xmlns:p14="http://schemas.microsoft.com/office/powerpoint/2010/main" val="12679872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2868E77-83B3-4D66-8681-1380AAF9507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Labs</a:t>
            </a:r>
            <a:endParaRPr lang="en-IN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811E448-2EFD-4CCC-AB12-E6E176713C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GB" b="1" dirty="0"/>
              <a:t>In this lab you'll practice using</a:t>
            </a:r>
          </a:p>
          <a:p>
            <a:pPr marL="342000" lvl="1" indent="-342000">
              <a:buSzPct val="115000"/>
            </a:pPr>
            <a:endParaRPr lang="en-GB" b="1" dirty="0"/>
          </a:p>
          <a:p>
            <a:pPr marL="342000" lvl="1" indent="-342000">
              <a:buSzPct val="115000"/>
            </a:pPr>
            <a:r>
              <a:rPr lang="en-GB" b="1" dirty="0"/>
              <a:t>While</a:t>
            </a:r>
            <a:r>
              <a:rPr lang="en-GB" dirty="0"/>
              <a:t> and </a:t>
            </a:r>
            <a:r>
              <a:rPr lang="en-GB" b="1" dirty="0"/>
              <a:t>For</a:t>
            </a:r>
            <a:r>
              <a:rPr lang="en-GB" dirty="0"/>
              <a:t> loop</a:t>
            </a:r>
          </a:p>
          <a:p>
            <a:pPr marL="342000" lvl="1" indent="-342000">
              <a:buSzPct val="115000"/>
            </a:pPr>
            <a:endParaRPr lang="en-GB" dirty="0"/>
          </a:p>
          <a:p>
            <a:pPr marL="342000" lvl="1" indent="-342000">
              <a:buSzPct val="115000"/>
            </a:pPr>
            <a:r>
              <a:rPr lang="en-GB" dirty="0"/>
              <a:t>Duration </a:t>
            </a:r>
            <a:r>
              <a:rPr lang="en-GB" b="1" dirty="0"/>
              <a:t>30-60 </a:t>
            </a:r>
            <a:r>
              <a:rPr lang="en-GB" dirty="0"/>
              <a:t>minutes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874864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813BEE7-A72B-2B34-BAF1-AE25D0884D8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More about Arrays!</a:t>
            </a:r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CB894E7-9A38-44FF-160C-0616DA7C5167}"/>
              </a:ext>
            </a:extLst>
          </p:cNvPr>
          <p:cNvSpPr txBox="1"/>
          <p:nvPr/>
        </p:nvSpPr>
        <p:spPr>
          <a:xfrm>
            <a:off x="4698122" y="464919"/>
            <a:ext cx="6873767" cy="44816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GB" sz="1600" b="1" dirty="0">
                <a:solidFill>
                  <a:srgbClr val="0000FF"/>
                </a:solidFill>
                <a:effectLst/>
                <a:latin typeface="Cascadia Mono" panose="020B0609020000020004" pitchFamily="49" charset="0"/>
              </a:rPr>
              <a:t>let</a:t>
            </a:r>
            <a:r>
              <a:rPr lang="en-GB" sz="1600" b="1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GB" sz="1600" b="1" dirty="0">
                <a:solidFill>
                  <a:srgbClr val="1F377F"/>
                </a:solidFill>
                <a:effectLst/>
                <a:latin typeface="Cascadia Mono" panose="020B0609020000020004" pitchFamily="49" charset="0"/>
              </a:rPr>
              <a:t>names</a:t>
            </a:r>
            <a:r>
              <a:rPr lang="en-GB" sz="1600" b="1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=</a:t>
            </a:r>
            <a:r>
              <a:rPr lang="en-GB" sz="1600" b="1" dirty="0"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"Johnny, Jane, Bobby, Alice"</a:t>
            </a:r>
            <a:r>
              <a:rPr lang="en-GB" sz="1600" b="1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;</a:t>
            </a:r>
          </a:p>
          <a:p>
            <a:pPr>
              <a:lnSpc>
                <a:spcPct val="150000"/>
              </a:lnSpc>
              <a:buNone/>
            </a:pPr>
            <a:r>
              <a:rPr lang="en-GB" sz="1600" b="1">
                <a:solidFill>
                  <a:srgbClr val="2B91AF"/>
                </a:solidFill>
                <a:effectLst/>
                <a:latin typeface="Cascadia Mono" panose="020B0609020000020004" pitchFamily="49" charset="0"/>
              </a:rPr>
              <a:t>console</a:t>
            </a:r>
            <a:r>
              <a:rPr lang="en-GB" sz="1600" b="1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lang="en-GB" sz="1600" b="1" dirty="0">
                <a:solidFill>
                  <a:srgbClr val="74531F"/>
                </a:solidFill>
                <a:effectLst/>
                <a:latin typeface="Cascadia Mono" panose="020B0609020000020004" pitchFamily="49" charset="0"/>
              </a:rPr>
              <a:t>log</a:t>
            </a:r>
            <a:r>
              <a:rPr lang="en-GB" sz="1600" b="1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en-GB" sz="1600" b="1" dirty="0">
                <a:solidFill>
                  <a:srgbClr val="1F377F"/>
                </a:solidFill>
                <a:effectLst/>
                <a:latin typeface="Cascadia Mono" panose="020B0609020000020004" pitchFamily="49" charset="0"/>
              </a:rPr>
              <a:t>names</a:t>
            </a:r>
            <a:r>
              <a:rPr lang="en-GB" sz="1600" b="1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);</a:t>
            </a:r>
          </a:p>
          <a:p>
            <a:pPr>
              <a:lnSpc>
                <a:spcPct val="200000"/>
              </a:lnSpc>
              <a:buNone/>
            </a:pPr>
            <a:endParaRPr lang="en-GB" sz="1600" b="1" dirty="0"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GB" sz="1600" b="1" dirty="0">
                <a:solidFill>
                  <a:srgbClr val="1F377F"/>
                </a:solidFill>
                <a:effectLst/>
                <a:latin typeface="Cascadia Mono" panose="020B0609020000020004" pitchFamily="49" charset="0"/>
              </a:rPr>
              <a:t>names</a:t>
            </a:r>
            <a:r>
              <a:rPr lang="en-GB" sz="1600" b="1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= </a:t>
            </a:r>
            <a:r>
              <a:rPr lang="en-GB" sz="1600" b="1" dirty="0" err="1">
                <a:solidFill>
                  <a:srgbClr val="1F377F"/>
                </a:solidFill>
                <a:effectLst/>
                <a:latin typeface="Cascadia Mono" panose="020B0609020000020004" pitchFamily="49" charset="0"/>
              </a:rPr>
              <a:t>names</a:t>
            </a:r>
            <a:r>
              <a:rPr lang="en-GB" sz="1600" b="1" dirty="0" err="1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lang="en-GB" sz="1600" b="1" dirty="0" err="1">
                <a:solidFill>
                  <a:srgbClr val="74531F"/>
                </a:solidFill>
                <a:effectLst/>
                <a:latin typeface="Cascadia Mono" panose="020B0609020000020004" pitchFamily="49" charset="0"/>
              </a:rPr>
              <a:t>split</a:t>
            </a:r>
            <a:r>
              <a:rPr lang="en-GB" sz="1600" b="1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en-GB" sz="1600" b="1" dirty="0"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','</a:t>
            </a:r>
            <a:r>
              <a:rPr lang="en-GB" sz="1600" b="1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);</a:t>
            </a:r>
          </a:p>
          <a:p>
            <a:pPr>
              <a:lnSpc>
                <a:spcPct val="150000"/>
              </a:lnSpc>
              <a:buNone/>
            </a:pPr>
            <a:r>
              <a:rPr lang="en-GB" sz="1600" b="1" dirty="0">
                <a:solidFill>
                  <a:srgbClr val="2B91AF"/>
                </a:solidFill>
                <a:effectLst/>
                <a:latin typeface="Cascadia Mono" panose="020B0609020000020004" pitchFamily="49" charset="0"/>
              </a:rPr>
              <a:t>console</a:t>
            </a:r>
            <a:r>
              <a:rPr lang="en-GB" sz="1600" b="1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lang="en-GB" sz="1600" b="1" dirty="0">
                <a:solidFill>
                  <a:srgbClr val="74531F"/>
                </a:solidFill>
                <a:effectLst/>
                <a:latin typeface="Cascadia Mono" panose="020B0609020000020004" pitchFamily="49" charset="0"/>
              </a:rPr>
              <a:t>log</a:t>
            </a:r>
            <a:r>
              <a:rPr lang="en-GB" sz="1600" b="1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en-GB" sz="1600" b="1" dirty="0">
                <a:solidFill>
                  <a:srgbClr val="1F377F"/>
                </a:solidFill>
                <a:effectLst/>
                <a:latin typeface="Cascadia Mono" panose="020B0609020000020004" pitchFamily="49" charset="0"/>
              </a:rPr>
              <a:t>names</a:t>
            </a:r>
            <a:r>
              <a:rPr lang="en-GB" sz="1600" b="1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);</a:t>
            </a:r>
          </a:p>
          <a:p>
            <a:pPr>
              <a:lnSpc>
                <a:spcPct val="200000"/>
              </a:lnSpc>
              <a:buNone/>
            </a:pPr>
            <a:endParaRPr lang="en-GB" sz="1600" b="1" dirty="0"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GB" sz="1600" b="1" dirty="0">
                <a:solidFill>
                  <a:srgbClr val="1F377F"/>
                </a:solidFill>
                <a:effectLst/>
                <a:latin typeface="Cascadia Mono" panose="020B0609020000020004" pitchFamily="49" charset="0"/>
              </a:rPr>
              <a:t>names</a:t>
            </a:r>
            <a:r>
              <a:rPr lang="en-GB" sz="1600" b="1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= [...</a:t>
            </a:r>
            <a:r>
              <a:rPr lang="en-GB" sz="1600" b="1" dirty="0" err="1">
                <a:solidFill>
                  <a:srgbClr val="1F377F"/>
                </a:solidFill>
                <a:effectLst/>
                <a:latin typeface="Cascadia Mono" panose="020B0609020000020004" pitchFamily="49" charset="0"/>
              </a:rPr>
              <a:t>names</a:t>
            </a:r>
            <a:r>
              <a:rPr lang="en-GB" sz="1600" b="1" dirty="0" err="1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,</a:t>
            </a:r>
            <a:r>
              <a:rPr lang="en-GB" sz="1600" b="1" dirty="0" err="1"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'Mike</a:t>
            </a:r>
            <a:r>
              <a:rPr lang="en-GB" sz="1600" b="1" dirty="0"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'</a:t>
            </a:r>
            <a:r>
              <a:rPr lang="en-GB" sz="1600" b="1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];</a:t>
            </a:r>
          </a:p>
          <a:p>
            <a:pPr>
              <a:lnSpc>
                <a:spcPct val="150000"/>
              </a:lnSpc>
              <a:buNone/>
            </a:pPr>
            <a:r>
              <a:rPr lang="en-GB" sz="1600" b="1" dirty="0">
                <a:solidFill>
                  <a:srgbClr val="2B91AF"/>
                </a:solidFill>
                <a:effectLst/>
                <a:latin typeface="Cascadia Mono" panose="020B0609020000020004" pitchFamily="49" charset="0"/>
              </a:rPr>
              <a:t>console</a:t>
            </a:r>
            <a:r>
              <a:rPr lang="en-GB" sz="1600" b="1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lang="en-GB" sz="1600" b="1" dirty="0">
                <a:solidFill>
                  <a:srgbClr val="74531F"/>
                </a:solidFill>
                <a:effectLst/>
                <a:latin typeface="Cascadia Mono" panose="020B0609020000020004" pitchFamily="49" charset="0"/>
              </a:rPr>
              <a:t>log</a:t>
            </a:r>
            <a:r>
              <a:rPr lang="en-GB" sz="1600" b="1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en-GB" sz="1600" b="1" dirty="0">
                <a:solidFill>
                  <a:srgbClr val="1F377F"/>
                </a:solidFill>
                <a:effectLst/>
                <a:latin typeface="Cascadia Mono" panose="020B0609020000020004" pitchFamily="49" charset="0"/>
              </a:rPr>
              <a:t>names</a:t>
            </a:r>
            <a:r>
              <a:rPr lang="en-GB" sz="1600" b="1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);</a:t>
            </a:r>
          </a:p>
          <a:p>
            <a:pPr>
              <a:lnSpc>
                <a:spcPct val="200000"/>
              </a:lnSpc>
              <a:buNone/>
            </a:pPr>
            <a:endParaRPr lang="en-GB" sz="1600" b="1" dirty="0"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GB" sz="1600" b="1" dirty="0">
                <a:solidFill>
                  <a:srgbClr val="0000FF"/>
                </a:solidFill>
                <a:effectLst/>
                <a:latin typeface="Cascadia Mono" panose="020B0609020000020004" pitchFamily="49" charset="0"/>
              </a:rPr>
              <a:t>let</a:t>
            </a:r>
            <a:r>
              <a:rPr lang="en-GB" sz="1600" b="1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GB" sz="1600" b="1" dirty="0" err="1">
                <a:solidFill>
                  <a:srgbClr val="1F377F"/>
                </a:solidFill>
                <a:effectLst/>
                <a:latin typeface="Cascadia Mono" panose="020B0609020000020004" pitchFamily="49" charset="0"/>
              </a:rPr>
              <a:t>shortNames</a:t>
            </a:r>
            <a:r>
              <a:rPr lang="en-GB" sz="1600" b="1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= </a:t>
            </a:r>
            <a:r>
              <a:rPr lang="en-GB" sz="1600" b="1" dirty="0" err="1">
                <a:solidFill>
                  <a:srgbClr val="1F377F"/>
                </a:solidFill>
                <a:effectLst/>
                <a:latin typeface="Cascadia Mono" panose="020B0609020000020004" pitchFamily="49" charset="0"/>
              </a:rPr>
              <a:t>names</a:t>
            </a:r>
            <a:r>
              <a:rPr lang="en-GB" sz="1600" b="1" dirty="0" err="1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lang="en-GB" sz="1600" b="1" dirty="0" err="1">
                <a:solidFill>
                  <a:srgbClr val="74531F"/>
                </a:solidFill>
                <a:effectLst/>
                <a:latin typeface="Cascadia Mono" panose="020B0609020000020004" pitchFamily="49" charset="0"/>
              </a:rPr>
              <a:t>filter</a:t>
            </a:r>
            <a:r>
              <a:rPr lang="en-GB" sz="1600" b="1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en-GB" sz="1600" b="1" dirty="0">
                <a:solidFill>
                  <a:srgbClr val="1F377F"/>
                </a:solidFill>
                <a:effectLst/>
                <a:latin typeface="Cascadia Mono" panose="020B0609020000020004" pitchFamily="49" charset="0"/>
              </a:rPr>
              <a:t>name</a:t>
            </a:r>
            <a:r>
              <a:rPr lang="en-GB" sz="1600" b="1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=&gt; </a:t>
            </a:r>
            <a:r>
              <a:rPr lang="en-GB" sz="1600" b="1" dirty="0" err="1">
                <a:solidFill>
                  <a:srgbClr val="1F377F"/>
                </a:solidFill>
                <a:effectLst/>
                <a:latin typeface="Cascadia Mono" panose="020B0609020000020004" pitchFamily="49" charset="0"/>
              </a:rPr>
              <a:t>name</a:t>
            </a:r>
            <a:r>
              <a:rPr lang="en-GB" sz="1600" b="1" dirty="0" err="1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lang="en-GB" sz="1600" b="1" dirty="0" err="1">
                <a:solidFill>
                  <a:srgbClr val="1F377F"/>
                </a:solidFill>
                <a:effectLst/>
                <a:latin typeface="Cascadia Mono" panose="020B0609020000020004" pitchFamily="49" charset="0"/>
              </a:rPr>
              <a:t>length</a:t>
            </a:r>
            <a:r>
              <a:rPr lang="en-GB" sz="1600" b="1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&lt; 6);</a:t>
            </a:r>
          </a:p>
          <a:p>
            <a:pPr>
              <a:lnSpc>
                <a:spcPct val="150000"/>
              </a:lnSpc>
              <a:buNone/>
            </a:pPr>
            <a:r>
              <a:rPr lang="en-GB" sz="1600" b="1" dirty="0">
                <a:solidFill>
                  <a:srgbClr val="2B91AF"/>
                </a:solidFill>
                <a:effectLst/>
                <a:latin typeface="Cascadia Mono" panose="020B0609020000020004" pitchFamily="49" charset="0"/>
              </a:rPr>
              <a:t>console</a:t>
            </a:r>
            <a:r>
              <a:rPr lang="en-GB" sz="1600" b="1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lang="en-GB" sz="1600" b="1" dirty="0">
                <a:solidFill>
                  <a:srgbClr val="74531F"/>
                </a:solidFill>
                <a:effectLst/>
                <a:latin typeface="Cascadia Mono" panose="020B0609020000020004" pitchFamily="49" charset="0"/>
              </a:rPr>
              <a:t>log</a:t>
            </a:r>
            <a:r>
              <a:rPr lang="en-GB" sz="1600" b="1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en-GB" sz="1600" b="1" dirty="0" err="1">
                <a:solidFill>
                  <a:srgbClr val="1F377F"/>
                </a:solidFill>
                <a:effectLst/>
                <a:latin typeface="Cascadia Mono" panose="020B0609020000020004" pitchFamily="49" charset="0"/>
              </a:rPr>
              <a:t>shortNames</a:t>
            </a:r>
            <a:r>
              <a:rPr lang="en-GB" sz="1600" b="1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290998512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861ba5a240904b86632099fc56e12dead204a13"/>
</p:tagLst>
</file>

<file path=ppt/theme/theme1.xml><?xml version="1.0" encoding="utf-8"?>
<a:theme xmlns:a="http://schemas.openxmlformats.org/drawingml/2006/main" name="Master">
  <a:themeElements>
    <a:clrScheme name="QA Branding Custom Colour Set">
      <a:dk1>
        <a:srgbClr val="004050"/>
      </a:dk1>
      <a:lt1>
        <a:srgbClr val="FFFFFF"/>
      </a:lt1>
      <a:dk2>
        <a:srgbClr val="00EDB5"/>
      </a:dk2>
      <a:lt2>
        <a:srgbClr val="FFFFFF"/>
      </a:lt2>
      <a:accent1>
        <a:srgbClr val="004050"/>
      </a:accent1>
      <a:accent2>
        <a:srgbClr val="00EDB5"/>
      </a:accent2>
      <a:accent3>
        <a:srgbClr val="7F007D"/>
      </a:accent3>
      <a:accent4>
        <a:srgbClr val="FF004C"/>
      </a:accent4>
      <a:accent5>
        <a:srgbClr val="F8D237"/>
      </a:accent5>
      <a:accent6>
        <a:srgbClr val="F3612C"/>
      </a:accent6>
      <a:hlink>
        <a:srgbClr val="004050"/>
      </a:hlink>
      <a:folHlink>
        <a:srgbClr val="00EDB5"/>
      </a:folHlink>
    </a:clrScheme>
    <a:fontScheme name="QA Brand Fonts 2019">
      <a:majorFont>
        <a:latin typeface="Krana Fat B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lIns="0" tIns="0" rIns="0" bIns="0" rtlCol="0" anchor="t" anchorCtr="0">
        <a:normAutofit/>
      </a:bodyPr>
      <a:lstStyle>
        <a:defPPr algn="l">
          <a:defRPr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Trainer Slidedeck Template DRAFT v0.1" id="{7AC1CA74-4441-42CA-9897-72DF6ED83A1A}" vid="{6017FA94-E546-4DB4-BF25-6AABB84AA04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ookTypeField0 xmlns="B42EA499-AA80-4ED5-9ED5-37A17D3EB549">
      <Terms xmlns="http://schemas.microsoft.com/office/infopath/2007/PartnerControls"/>
    </BookTypeField0>
    <IsBuildFile xmlns="B42EA499-AA80-4ED5-9ED5-37A17D3EB549" xsi:nil="true"/>
    <SequenceNumber xmlns="B42EA499-AA80-4ED5-9ED5-37A17D3EB549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Courseware" ma:contentTypeID="0x010100F0967B7CEE8D417F966757887D9466FB005CB7CECC996A5B448C70C3215DE65491" ma:contentTypeVersion="0" ma:contentTypeDescription="Base content type which represents courseware documents" ma:contentTypeScope="" ma:versionID="633ed7bf8a9769dc10b8af609c2e65e8">
  <xsd:schema xmlns:xsd="http://www.w3.org/2001/XMLSchema" xmlns:xs="http://www.w3.org/2001/XMLSchema" xmlns:p="http://schemas.microsoft.com/office/2006/metadata/properties" xmlns:ns2="B42EA499-AA80-4ED5-9ED5-37A17D3EB549" targetNamespace="http://schemas.microsoft.com/office/2006/metadata/properties" ma:root="true" ma:fieldsID="6641bdc0935a9ffdc34b1682c1e0febc" ns2:_="">
    <xsd:import namespace="B42EA499-AA80-4ED5-9ED5-37A17D3EB549"/>
    <xsd:element name="properties">
      <xsd:complexType>
        <xsd:sequence>
          <xsd:element name="documentManagement">
            <xsd:complexType>
              <xsd:all>
                <xsd:element ref="ns2:BookTypeField0" minOccurs="0"/>
                <xsd:element ref="ns2:SequenceNumber" minOccurs="0"/>
                <xsd:element ref="ns2:IsBuildFil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42EA499-AA80-4ED5-9ED5-37A17D3EB549" elementFormDefault="qualified">
    <xsd:import namespace="http://schemas.microsoft.com/office/2006/documentManagement/types"/>
    <xsd:import namespace="http://schemas.microsoft.com/office/infopath/2007/PartnerControls"/>
    <xsd:element name="BookTypeField0" ma:index="9" nillable="true" ma:taxonomy="true" ma:internalName="BookTypeField0" ma:taxonomyFieldName="BookType" ma:displayName="Book Type" ma:fieldId="{e7c6b654-e04e-4e45-9cfd-676dbef3a3c6}" ma:sspId="63102202-80dd-4165-b1ca-d09cf2756dc1" ma:termSetId="3300959e-7346-4208-831a-90b552f1677b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equenceNumber" ma:index="10" nillable="true" ma:displayName="Sequence Number" ma:decimals="0" ma:internalName="SequenceNumber">
      <xsd:simpleType>
        <xsd:restriction base="dms:Number"/>
      </xsd:simpleType>
    </xsd:element>
    <xsd:element name="IsBuildFile" ma:index="11" nillable="true" ma:displayName="Is Build File" ma:hidden="true" ma:internalName="IsBuildFile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9A0C0D3-996A-423F-9079-5792F3E6029B}">
  <ds:schemaRefs>
    <ds:schemaRef ds:uri="http://schemas.microsoft.com/office/2006/metadata/properties"/>
    <ds:schemaRef ds:uri="http://schemas.microsoft.com/office/infopath/2007/PartnerControls"/>
    <ds:schemaRef ds:uri="B42EA499-AA80-4ED5-9ED5-37A17D3EB549"/>
  </ds:schemaRefs>
</ds:datastoreItem>
</file>

<file path=customXml/itemProps2.xml><?xml version="1.0" encoding="utf-8"?>
<ds:datastoreItem xmlns:ds="http://schemas.openxmlformats.org/officeDocument/2006/customXml" ds:itemID="{0B404D5C-8023-4AFC-A42F-B706EEB6595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42EA499-AA80-4ED5-9ED5-37A17D3EB54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52FB353-EBD8-45CB-9AA3-81440279903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1446</TotalTime>
  <Words>572</Words>
  <Application>Microsoft Office PowerPoint</Application>
  <PresentationFormat>Widescreen</PresentationFormat>
  <Paragraphs>110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7" baseType="lpstr">
      <vt:lpstr>Arial</vt:lpstr>
      <vt:lpstr>Calibri</vt:lpstr>
      <vt:lpstr>Cascadia Mono</vt:lpstr>
      <vt:lpstr>Consolas</vt:lpstr>
      <vt:lpstr>Krana Fat B</vt:lpstr>
      <vt:lpstr>Montserrat</vt:lpstr>
      <vt:lpstr>Times New Roman</vt:lpstr>
      <vt:lpstr>Wingdings</vt:lpstr>
      <vt:lpstr>Master</vt:lpstr>
      <vt:lpstr> Web Development JavaScript</vt:lpstr>
      <vt:lpstr> Loops</vt:lpstr>
      <vt:lpstr>PowerPoint Presentation</vt:lpstr>
      <vt:lpstr>PowerPoint Presentation</vt:lpstr>
      <vt:lpstr>Loops – Using while and for statements</vt:lpstr>
      <vt:lpstr>For loop – an example of nested For loops</vt:lpstr>
      <vt:lpstr>PowerPoint Presentation</vt:lpstr>
      <vt:lpstr>PowerPoint Presentation</vt:lpstr>
    </vt:vector>
  </TitlesOfParts>
  <Manager/>
  <Company>QA Ltd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Singh, Vaishali</dc:creator>
  <cp:keywords/>
  <dc:description/>
  <cp:lastModifiedBy>mike baradaran</cp:lastModifiedBy>
  <cp:revision>147</cp:revision>
  <cp:lastPrinted>2019-07-03T09:46:41Z</cp:lastPrinted>
  <dcterms:created xsi:type="dcterms:W3CDTF">2019-09-05T08:17:12Z</dcterms:created>
  <dcterms:modified xsi:type="dcterms:W3CDTF">2026-09-22T14:25:22Z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0x010100F0967B7CEE8D417F966757887D9466FB005CB7CECC996A5B448C70C3215DE65491</vt:lpwstr>
  </property>
</Properties>
</file>