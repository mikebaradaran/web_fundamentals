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63" r:id="rId5"/>
    <p:sldId id="440" r:id="rId6"/>
    <p:sldId id="565" r:id="rId7"/>
    <p:sldId id="497" r:id="rId8"/>
    <p:sldId id="498" r:id="rId9"/>
    <p:sldId id="548" r:id="rId10"/>
    <p:sldId id="567" r:id="rId11"/>
    <p:sldId id="500" r:id="rId12"/>
    <p:sldId id="501" r:id="rId13"/>
    <p:sldId id="507" r:id="rId14"/>
    <p:sldId id="549" r:id="rId15"/>
    <p:sldId id="566" r:id="rId16"/>
    <p:sldId id="508" r:id="rId17"/>
  </p:sldIdLst>
  <p:sldSz cx="12192000" cy="6858000"/>
  <p:notesSz cx="6645275" cy="9775825"/>
  <p:custDataLst>
    <p:tags r:id="rId2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37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rrow, Joshua" initials="BJ" lastIdx="30" clrIdx="0">
    <p:extLst>
      <p:ext uri="{19B8F6BF-5375-455C-9EA6-DF929625EA0E}">
        <p15:presenceInfo xmlns:p15="http://schemas.microsoft.com/office/powerpoint/2012/main" userId="S-1-5-21-3476036342-1731177862-1559577602-51474" providerId="AD"/>
      </p:ext>
    </p:extLst>
  </p:cmAuthor>
  <p:cmAuthor id="2" name="Singh, Vaishali" initials="SV" lastIdx="7" clrIdx="1">
    <p:extLst>
      <p:ext uri="{19B8F6BF-5375-455C-9EA6-DF929625EA0E}">
        <p15:presenceInfo xmlns:p15="http://schemas.microsoft.com/office/powerpoint/2012/main" userId="S-1-5-21-3476036342-1731177862-1559577602-1552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050"/>
    <a:srgbClr val="09EDB8"/>
    <a:srgbClr val="0000C8"/>
    <a:srgbClr val="F91258"/>
    <a:srgbClr val="7E007C"/>
    <a:srgbClr val="28CFF9"/>
    <a:srgbClr val="F3622C"/>
    <a:srgbClr val="31D3AE"/>
    <a:srgbClr val="F3F3F3"/>
    <a:srgbClr val="F4F4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57" autoAdjust="0"/>
    <p:restoredTop sz="92950" autoAdjust="0"/>
  </p:normalViewPr>
  <p:slideViewPr>
    <p:cSldViewPr snapToGrid="0" snapToObjects="1" showGuides="1">
      <p:cViewPr varScale="1">
        <p:scale>
          <a:sx n="72" d="100"/>
          <a:sy n="72" d="100"/>
        </p:scale>
        <p:origin x="96" y="72"/>
      </p:cViewPr>
      <p:guideLst>
        <p:guide pos="3840"/>
        <p:guide orient="horz" pos="377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82" d="100"/>
          <a:sy n="82" d="100"/>
        </p:scale>
        <p:origin x="3114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63964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088FE-3E68-47FE-8BA4-634CD34BABBC}" type="datetimeFigureOut">
              <a:rPr lang="en-GB" smtClean="0"/>
              <a:pPr/>
              <a:t>13/02/2025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63964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B31C5D-0DE0-4486-9782-41885BE58160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0825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64119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1D6B66C6-1E92-0F4E-A300-9D4ED1F0C23F}" type="datetimeFigureOut">
              <a:rPr lang="en-GB" smtClean="0"/>
              <a:pPr/>
              <a:t>13/02/2025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8938" y="1220788"/>
            <a:ext cx="5867400" cy="3300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4528" y="4704617"/>
            <a:ext cx="5316220" cy="384923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64119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548901C6-1DA1-FB44-ABEE-06A0FEB7738E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67479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6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7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92397E-048B-402D-80AA-21CD6A3E8F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5316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2922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3617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97785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4338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9936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40836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$("input[age]").change(function () {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var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isValid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= $(this).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val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().match('^[0-9]{1,3}$');</a:t>
            </a:r>
          </a:p>
          <a:p>
            <a:endParaRPr lang="en-GB" sz="1200" kern="1200" dirty="0">
              <a:solidFill>
                <a:schemeClr val="tx1"/>
              </a:solidFill>
              <a:latin typeface="Arial" pitchFamily="-1" charset="0"/>
              <a:ea typeface="ヒラギノ角ゴ Pro W3" pitchFamily="-1" charset="-128"/>
              <a:cs typeface="ヒラギノ角ゴ Pro W3" pitchFamily="-1" charset="-128"/>
            </a:endParaRP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var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col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= (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isValid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==null)?'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red':'white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';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$(this).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css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('background-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color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',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col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);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});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781425" y="9431338"/>
            <a:ext cx="2887663" cy="495300"/>
          </a:xfrm>
          <a:prstGeom prst="rect">
            <a:avLst/>
          </a:prstGeom>
        </p:spPr>
        <p:txBody>
          <a:bodyPr/>
          <a:lstStyle/>
          <a:p>
            <a:fld id="{0A2CDAE7-F989-4C53-9BEB-6107428F8F37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0138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64097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16105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3841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72507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$("input[age]").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keypress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(function (e) {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var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isValid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= (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e.which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&gt; 47 &amp;&amp;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e.which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&lt; 57);</a:t>
            </a:r>
          </a:p>
          <a:p>
            <a:endParaRPr lang="en-GB" sz="1200" kern="1200" dirty="0">
              <a:solidFill>
                <a:schemeClr val="tx1"/>
              </a:solidFill>
              <a:latin typeface="Arial" pitchFamily="-1" charset="0"/>
              <a:ea typeface="ヒラギノ角ゴ Pro W3" pitchFamily="-1" charset="-128"/>
              <a:cs typeface="ヒラギノ角ゴ Pro W3" pitchFamily="-1" charset="-128"/>
            </a:endParaRP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if (!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isValid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) {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    $(this).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toggleClass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('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badNumber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', 100);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    $(this).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toggleClass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('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badNumber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', 100);</a:t>
            </a:r>
          </a:p>
          <a:p>
            <a:endParaRPr lang="en-GB" sz="1200" kern="1200" dirty="0">
              <a:solidFill>
                <a:schemeClr val="tx1"/>
              </a:solidFill>
              <a:latin typeface="Arial" pitchFamily="-1" charset="0"/>
              <a:ea typeface="ヒラギノ角ゴ Pro W3" pitchFamily="-1" charset="-128"/>
              <a:cs typeface="ヒラギノ角ゴ Pro W3" pitchFamily="-1" charset="-128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    $(this).effect("bounce", {direction: 'left',</a:t>
            </a:r>
            <a:r>
              <a:rPr lang="en-GB" sz="1200" kern="1200" baseline="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times:3}, 1000 );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    return false;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}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});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781425" y="9431338"/>
            <a:ext cx="2887663" cy="495300"/>
          </a:xfrm>
          <a:prstGeom prst="rect">
            <a:avLst/>
          </a:prstGeom>
        </p:spPr>
        <p:txBody>
          <a:bodyPr/>
          <a:lstStyle/>
          <a:p>
            <a:fld id="{0A2CDAE7-F989-4C53-9BEB-6107428F8F37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662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&amp;A/what's next">
    <p:bg>
      <p:bgPr>
        <a:solidFill>
          <a:srgbClr val="EDC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1280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llow us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75020" y="0"/>
            <a:ext cx="631698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86434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on Tips">
    <p:bg>
      <p:bgPr>
        <a:solidFill>
          <a:srgbClr val="EB62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54240" y="0"/>
            <a:ext cx="493776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198876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44640" y="15240"/>
            <a:ext cx="5547360" cy="684276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656105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usekeep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4" y="3433680"/>
            <a:ext cx="5627171" cy="968987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Housekeeping</a:t>
            </a:r>
            <a:endParaRPr lang="en-GB" noProof="0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4784" y="4894524"/>
            <a:ext cx="5627171" cy="1186921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Char char="•"/>
              <a:tabLst/>
              <a:defRPr sz="2000" b="0">
                <a:solidFill>
                  <a:schemeClr val="bg1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</p:spTree>
    <p:extLst>
      <p:ext uri="{BB962C8B-B14F-4D97-AF65-F5344CB8AC3E}">
        <p14:creationId xmlns:p14="http://schemas.microsoft.com/office/powerpoint/2010/main" val="4276879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et &amp; Greet 1">
    <p:bg>
      <p:bgPr>
        <a:solidFill>
          <a:srgbClr val="38E2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08881" y="-11575"/>
            <a:ext cx="8079261" cy="68753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5" y="1706477"/>
            <a:ext cx="5002556" cy="808123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Meet &amp; Greet</a:t>
            </a:r>
            <a:endParaRPr lang="en-GB" noProof="0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5" y="2915404"/>
            <a:ext cx="4278655" cy="34015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4045959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3 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27" name="Group 26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  <a:solidFill>
            <a:srgbClr val="004050"/>
          </a:solidFill>
        </p:grpSpPr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2229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002921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verview or quotes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7" y="1349984"/>
            <a:ext cx="6770688" cy="5119407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lnSpc>
                <a:spcPct val="100000"/>
              </a:lnSpc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 sz="2000"/>
            </a:lvl4pPr>
            <a:lvl5pPr marL="180000" indent="-1800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F3D0604-3EEB-7547-A86F-8B3EFC40A3EC}"/>
              </a:ext>
            </a:extLst>
          </p:cNvPr>
          <p:cNvSpPr/>
          <p:nvPr userDrawn="1"/>
        </p:nvSpPr>
        <p:spPr>
          <a:xfrm>
            <a:off x="384784" y="4504759"/>
            <a:ext cx="4321328" cy="1964632"/>
          </a:xfrm>
          <a:custGeom>
            <a:avLst/>
            <a:gdLst>
              <a:gd name="connsiteX0" fmla="*/ 1010833 w 1009650"/>
              <a:gd name="connsiteY0" fmla="*/ 229067 h 457200"/>
              <a:gd name="connsiteX1" fmla="*/ 972733 w 1009650"/>
              <a:gd name="connsiteY1" fmla="*/ 246593 h 457200"/>
              <a:gd name="connsiteX2" fmla="*/ 768072 w 1009650"/>
              <a:gd name="connsiteY2" fmla="*/ 348701 h 457200"/>
              <a:gd name="connsiteX3" fmla="*/ 658853 w 1009650"/>
              <a:gd name="connsiteY3" fmla="*/ 435887 h 457200"/>
              <a:gd name="connsiteX4" fmla="*/ 625770 w 1009650"/>
              <a:gd name="connsiteY4" fmla="*/ 457159 h 457200"/>
              <a:gd name="connsiteX5" fmla="*/ 594020 w 1009650"/>
              <a:gd name="connsiteY5" fmla="*/ 447126 h 457200"/>
              <a:gd name="connsiteX6" fmla="*/ 591352 w 1009650"/>
              <a:gd name="connsiteY6" fmla="*/ 428076 h 457200"/>
              <a:gd name="connsiteX7" fmla="*/ 620117 w 1009650"/>
              <a:gd name="connsiteY7" fmla="*/ 377721 h 457200"/>
              <a:gd name="connsiteX8" fmla="*/ 677966 w 1009650"/>
              <a:gd name="connsiteY8" fmla="*/ 290281 h 457200"/>
              <a:gd name="connsiteX9" fmla="*/ 688507 w 1009650"/>
              <a:gd name="connsiteY9" fmla="*/ 269136 h 457200"/>
              <a:gd name="connsiteX10" fmla="*/ 674410 w 1009650"/>
              <a:gd name="connsiteY10" fmla="*/ 241704 h 457200"/>
              <a:gd name="connsiteX11" fmla="*/ 636310 w 1009650"/>
              <a:gd name="connsiteY11" fmla="*/ 240307 h 457200"/>
              <a:gd name="connsiteX12" fmla="*/ 469495 w 1009650"/>
              <a:gd name="connsiteY12" fmla="*/ 274597 h 457200"/>
              <a:gd name="connsiteX13" fmla="*/ 356846 w 1009650"/>
              <a:gd name="connsiteY13" fmla="*/ 325905 h 457200"/>
              <a:gd name="connsiteX14" fmla="*/ 235752 w 1009650"/>
              <a:gd name="connsiteY14" fmla="*/ 378864 h 457200"/>
              <a:gd name="connsiteX15" fmla="*/ 118468 w 1009650"/>
              <a:gd name="connsiteY15" fmla="*/ 386611 h 457200"/>
              <a:gd name="connsiteX16" fmla="*/ 4168 w 1009650"/>
              <a:gd name="connsiteY16" fmla="*/ 268882 h 457200"/>
              <a:gd name="connsiteX17" fmla="*/ 25186 w 1009650"/>
              <a:gd name="connsiteY17" fmla="*/ 136802 h 457200"/>
              <a:gd name="connsiteX18" fmla="*/ 149075 w 1009650"/>
              <a:gd name="connsiteY18" fmla="*/ 68476 h 457200"/>
              <a:gd name="connsiteX19" fmla="*/ 296649 w 1009650"/>
              <a:gd name="connsiteY19" fmla="*/ 103464 h 457200"/>
              <a:gd name="connsiteX20" fmla="*/ 415076 w 1009650"/>
              <a:gd name="connsiteY20" fmla="*/ 161059 h 457200"/>
              <a:gd name="connsiteX21" fmla="*/ 572429 w 1009650"/>
              <a:gd name="connsiteY21" fmla="*/ 209255 h 457200"/>
              <a:gd name="connsiteX22" fmla="*/ 649836 w 1009650"/>
              <a:gd name="connsiteY22" fmla="*/ 219161 h 457200"/>
              <a:gd name="connsiteX23" fmla="*/ 675236 w 1009650"/>
              <a:gd name="connsiteY23" fmla="*/ 216812 h 457200"/>
              <a:gd name="connsiteX24" fmla="*/ 690125 w 1009650"/>
              <a:gd name="connsiteY24" fmla="*/ 195995 h 457200"/>
              <a:gd name="connsiteX25" fmla="*/ 688317 w 1009650"/>
              <a:gd name="connsiteY25" fmla="*/ 190586 h 457200"/>
              <a:gd name="connsiteX26" fmla="*/ 667934 w 1009650"/>
              <a:gd name="connsiteY26" fmla="*/ 151343 h 457200"/>
              <a:gd name="connsiteX27" fmla="*/ 603036 w 1009650"/>
              <a:gd name="connsiteY27" fmla="*/ 53871 h 457200"/>
              <a:gd name="connsiteX28" fmla="*/ 591098 w 1009650"/>
              <a:gd name="connsiteY28" fmla="*/ 30820 h 457200"/>
              <a:gd name="connsiteX29" fmla="*/ 608179 w 1009650"/>
              <a:gd name="connsiteY29" fmla="*/ 848 h 457200"/>
              <a:gd name="connsiteX30" fmla="*/ 649200 w 1009650"/>
              <a:gd name="connsiteY30" fmla="*/ 12977 h 457200"/>
              <a:gd name="connsiteX31" fmla="*/ 701905 w 1009650"/>
              <a:gd name="connsiteY31" fmla="*/ 60856 h 457200"/>
              <a:gd name="connsiteX32" fmla="*/ 813474 w 1009650"/>
              <a:gd name="connsiteY32" fmla="*/ 134389 h 457200"/>
              <a:gd name="connsiteX33" fmla="*/ 1006642 w 1009650"/>
              <a:gd name="connsiteY33" fmla="*/ 226972 h 457200"/>
              <a:gd name="connsiteX34" fmla="*/ 1010833 w 1009650"/>
              <a:gd name="connsiteY34" fmla="*/ 229067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457200">
                <a:moveTo>
                  <a:pt x="1010833" y="229067"/>
                </a:moveTo>
                <a:cubicBezTo>
                  <a:pt x="997434" y="235417"/>
                  <a:pt x="984925" y="240815"/>
                  <a:pt x="972733" y="246593"/>
                </a:cubicBezTo>
                <a:cubicBezTo>
                  <a:pt x="903581" y="278724"/>
                  <a:pt x="833668" y="309522"/>
                  <a:pt x="768072" y="348701"/>
                </a:cubicBezTo>
                <a:cubicBezTo>
                  <a:pt x="728311" y="373291"/>
                  <a:pt x="691642" y="402562"/>
                  <a:pt x="658853" y="435887"/>
                </a:cubicBezTo>
                <a:cubicBezTo>
                  <a:pt x="650022" y="445921"/>
                  <a:pt x="638563" y="453288"/>
                  <a:pt x="625770" y="457159"/>
                </a:cubicBezTo>
                <a:cubicBezTo>
                  <a:pt x="614145" y="459928"/>
                  <a:pt x="601942" y="456072"/>
                  <a:pt x="594020" y="447126"/>
                </a:cubicBezTo>
                <a:cubicBezTo>
                  <a:pt x="588841" y="442152"/>
                  <a:pt x="587739" y="434281"/>
                  <a:pt x="591352" y="428076"/>
                </a:cubicBezTo>
                <a:cubicBezTo>
                  <a:pt x="600559" y="411122"/>
                  <a:pt x="609703" y="393977"/>
                  <a:pt x="620117" y="377721"/>
                </a:cubicBezTo>
                <a:cubicBezTo>
                  <a:pt x="639167" y="348320"/>
                  <a:pt x="658853" y="319555"/>
                  <a:pt x="677966" y="290281"/>
                </a:cubicBezTo>
                <a:cubicBezTo>
                  <a:pt x="682182" y="283605"/>
                  <a:pt x="685714" y="276521"/>
                  <a:pt x="688507" y="269136"/>
                </a:cubicBezTo>
                <a:cubicBezTo>
                  <a:pt x="693714" y="255801"/>
                  <a:pt x="688507" y="244244"/>
                  <a:pt x="674410" y="241704"/>
                </a:cubicBezTo>
                <a:cubicBezTo>
                  <a:pt x="661836" y="239482"/>
                  <a:pt x="649014" y="239012"/>
                  <a:pt x="636310" y="240307"/>
                </a:cubicBezTo>
                <a:cubicBezTo>
                  <a:pt x="579541" y="245958"/>
                  <a:pt x="523090" y="254975"/>
                  <a:pt x="469495" y="274597"/>
                </a:cubicBezTo>
                <a:cubicBezTo>
                  <a:pt x="431081" y="289732"/>
                  <a:pt x="393480" y="306858"/>
                  <a:pt x="356846" y="325905"/>
                </a:cubicBezTo>
                <a:cubicBezTo>
                  <a:pt x="317159" y="344955"/>
                  <a:pt x="278233" y="366227"/>
                  <a:pt x="235752" y="378864"/>
                </a:cubicBezTo>
                <a:cubicBezTo>
                  <a:pt x="197915" y="391187"/>
                  <a:pt x="157597" y="393850"/>
                  <a:pt x="118468" y="386611"/>
                </a:cubicBezTo>
                <a:cubicBezTo>
                  <a:pt x="60224" y="373808"/>
                  <a:pt x="15244" y="327478"/>
                  <a:pt x="4168" y="268882"/>
                </a:cubicBezTo>
                <a:cubicBezTo>
                  <a:pt x="-4405" y="222463"/>
                  <a:pt x="-849" y="177505"/>
                  <a:pt x="25186" y="136802"/>
                </a:cubicBezTo>
                <a:cubicBezTo>
                  <a:pt x="53888" y="91971"/>
                  <a:pt x="95925" y="69746"/>
                  <a:pt x="149075" y="68476"/>
                </a:cubicBezTo>
                <a:cubicBezTo>
                  <a:pt x="202224" y="67206"/>
                  <a:pt x="249976" y="81557"/>
                  <a:pt x="296649" y="103464"/>
                </a:cubicBezTo>
                <a:cubicBezTo>
                  <a:pt x="336400" y="122133"/>
                  <a:pt x="375875" y="141331"/>
                  <a:pt x="415076" y="161059"/>
                </a:cubicBezTo>
                <a:cubicBezTo>
                  <a:pt x="464691" y="185237"/>
                  <a:pt x="517785" y="201499"/>
                  <a:pt x="572429" y="209255"/>
                </a:cubicBezTo>
                <a:cubicBezTo>
                  <a:pt x="598126" y="213234"/>
                  <a:pt x="623928" y="216536"/>
                  <a:pt x="649836" y="219161"/>
                </a:cubicBezTo>
                <a:cubicBezTo>
                  <a:pt x="658375" y="219866"/>
                  <a:pt x="666971" y="219071"/>
                  <a:pt x="675236" y="216812"/>
                </a:cubicBezTo>
                <a:cubicBezTo>
                  <a:pt x="685095" y="215175"/>
                  <a:pt x="691762" y="205855"/>
                  <a:pt x="690125" y="195995"/>
                </a:cubicBezTo>
                <a:cubicBezTo>
                  <a:pt x="689812" y="194108"/>
                  <a:pt x="689201" y="192282"/>
                  <a:pt x="688317" y="190586"/>
                </a:cubicBezTo>
                <a:cubicBezTo>
                  <a:pt x="682682" y="176935"/>
                  <a:pt x="675862" y="163803"/>
                  <a:pt x="667934" y="151343"/>
                </a:cubicBezTo>
                <a:cubicBezTo>
                  <a:pt x="646724" y="118577"/>
                  <a:pt x="624499" y="86446"/>
                  <a:pt x="603036" y="53871"/>
                </a:cubicBezTo>
                <a:cubicBezTo>
                  <a:pt x="598297" y="46605"/>
                  <a:pt x="594298" y="38883"/>
                  <a:pt x="591098" y="30820"/>
                </a:cubicBezTo>
                <a:cubicBezTo>
                  <a:pt x="584748" y="15771"/>
                  <a:pt x="592304" y="3833"/>
                  <a:pt x="608179" y="848"/>
                </a:cubicBezTo>
                <a:cubicBezTo>
                  <a:pt x="623012" y="-2026"/>
                  <a:pt x="638315" y="2499"/>
                  <a:pt x="649200" y="12977"/>
                </a:cubicBezTo>
                <a:cubicBezTo>
                  <a:pt x="666917" y="28788"/>
                  <a:pt x="683999" y="45298"/>
                  <a:pt x="701905" y="60856"/>
                </a:cubicBezTo>
                <a:cubicBezTo>
                  <a:pt x="735701" y="90165"/>
                  <a:pt x="773214" y="114889"/>
                  <a:pt x="813474" y="134389"/>
                </a:cubicBezTo>
                <a:cubicBezTo>
                  <a:pt x="877674" y="165631"/>
                  <a:pt x="942253" y="196111"/>
                  <a:pt x="1006642" y="226972"/>
                </a:cubicBezTo>
                <a:cubicBezTo>
                  <a:pt x="1007785" y="227226"/>
                  <a:pt x="1008801" y="227924"/>
                  <a:pt x="1010833" y="229067"/>
                </a:cubicBezTo>
                <a:close/>
              </a:path>
            </a:pathLst>
          </a:custGeom>
          <a:solidFill>
            <a:srgbClr val="09EDB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9EDB8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</p:spTree>
    <p:extLst>
      <p:ext uri="{BB962C8B-B14F-4D97-AF65-F5344CB8AC3E}">
        <p14:creationId xmlns:p14="http://schemas.microsoft.com/office/powerpoint/2010/main" val="3589945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grpSp>
        <p:nvGrpSpPr>
          <p:cNvPr id="19" name="Group 18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09EDB8"/>
          </a:solidFill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370358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00EDB3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114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vity 1">
    <p:bg>
      <p:bgPr>
        <a:solidFill>
          <a:srgbClr val="0EEE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887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01 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-609" y="0"/>
            <a:ext cx="12192609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rgbClr val="004050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779800"/>
            <a:ext cx="5627171" cy="1682133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05" y="399619"/>
            <a:ext cx="857393" cy="522401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758190" y="769620"/>
            <a:ext cx="379608" cy="11049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61448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35B5D0DF-4895-DB4F-85D9-C3FFDE55B8C8}"/>
              </a:ext>
            </a:extLst>
          </p:cNvPr>
          <p:cNvSpPr/>
          <p:nvPr userDrawn="1"/>
        </p:nvSpPr>
        <p:spPr>
          <a:xfrm>
            <a:off x="384784" y="4708688"/>
            <a:ext cx="4136901" cy="1728688"/>
          </a:xfrm>
          <a:custGeom>
            <a:avLst/>
            <a:gdLst>
              <a:gd name="connsiteX0" fmla="*/ 1041083 w 1035050"/>
              <a:gd name="connsiteY0" fmla="*/ 232283 h 527050"/>
              <a:gd name="connsiteX1" fmla="*/ 1041083 w 1035050"/>
              <a:gd name="connsiteY1" fmla="*/ 300545 h 527050"/>
              <a:gd name="connsiteX2" fmla="*/ 807403 w 1035050"/>
              <a:gd name="connsiteY2" fmla="*/ 532448 h 527050"/>
              <a:gd name="connsiteX3" fmla="*/ 738569 w 1035050"/>
              <a:gd name="connsiteY3" fmla="*/ 532448 h 527050"/>
              <a:gd name="connsiteX4" fmla="*/ 849249 w 1035050"/>
              <a:gd name="connsiteY4" fmla="*/ 300545 h 527050"/>
              <a:gd name="connsiteX5" fmla="*/ 564071 w 1035050"/>
              <a:gd name="connsiteY5" fmla="*/ 300545 h 527050"/>
              <a:gd name="connsiteX6" fmla="*/ 330454 w 1035050"/>
              <a:gd name="connsiteY6" fmla="*/ 532448 h 527050"/>
              <a:gd name="connsiteX7" fmla="*/ 261430 w 1035050"/>
              <a:gd name="connsiteY7" fmla="*/ 532448 h 527050"/>
              <a:gd name="connsiteX8" fmla="*/ 355854 w 1035050"/>
              <a:gd name="connsiteY8" fmla="*/ 314769 h 527050"/>
              <a:gd name="connsiteX9" fmla="*/ 202819 w 1035050"/>
              <a:gd name="connsiteY9" fmla="*/ 532448 h 527050"/>
              <a:gd name="connsiteX10" fmla="*/ 134049 w 1035050"/>
              <a:gd name="connsiteY10" fmla="*/ 532448 h 527050"/>
              <a:gd name="connsiteX11" fmla="*/ 232220 w 1035050"/>
              <a:gd name="connsiteY11" fmla="*/ 311277 h 527050"/>
              <a:gd name="connsiteX12" fmla="*/ 68771 w 1035050"/>
              <a:gd name="connsiteY12" fmla="*/ 532448 h 527050"/>
              <a:gd name="connsiteX13" fmla="*/ 0 w 1035050"/>
              <a:gd name="connsiteY13" fmla="*/ 532448 h 527050"/>
              <a:gd name="connsiteX14" fmla="*/ 162751 w 1035050"/>
              <a:gd name="connsiteY14" fmla="*/ 266192 h 527050"/>
              <a:gd name="connsiteX15" fmla="*/ 0 w 1035050"/>
              <a:gd name="connsiteY15" fmla="*/ 0 h 527050"/>
              <a:gd name="connsiteX16" fmla="*/ 68771 w 1035050"/>
              <a:gd name="connsiteY16" fmla="*/ 0 h 527050"/>
              <a:gd name="connsiteX17" fmla="*/ 231712 w 1035050"/>
              <a:gd name="connsiteY17" fmla="*/ 221107 h 527050"/>
              <a:gd name="connsiteX18" fmla="*/ 134049 w 1035050"/>
              <a:gd name="connsiteY18" fmla="*/ 381 h 527050"/>
              <a:gd name="connsiteX19" fmla="*/ 202819 w 1035050"/>
              <a:gd name="connsiteY19" fmla="*/ 381 h 527050"/>
              <a:gd name="connsiteX20" fmla="*/ 355918 w 1035050"/>
              <a:gd name="connsiteY20" fmla="*/ 218059 h 527050"/>
              <a:gd name="connsiteX21" fmla="*/ 261430 w 1035050"/>
              <a:gd name="connsiteY21" fmla="*/ 381 h 527050"/>
              <a:gd name="connsiteX22" fmla="*/ 330264 w 1035050"/>
              <a:gd name="connsiteY22" fmla="*/ 381 h 527050"/>
              <a:gd name="connsiteX23" fmla="*/ 564071 w 1035050"/>
              <a:gd name="connsiteY23" fmla="*/ 232283 h 527050"/>
              <a:gd name="connsiteX24" fmla="*/ 849440 w 1035050"/>
              <a:gd name="connsiteY24" fmla="*/ 232283 h 527050"/>
              <a:gd name="connsiteX25" fmla="*/ 738759 w 1035050"/>
              <a:gd name="connsiteY25" fmla="*/ 381 h 527050"/>
              <a:gd name="connsiteX26" fmla="*/ 807593 w 1035050"/>
              <a:gd name="connsiteY26" fmla="*/ 381 h 527050"/>
              <a:gd name="connsiteX27" fmla="*/ 1041083 w 1035050"/>
              <a:gd name="connsiteY27" fmla="*/ 232283 h 52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35050" h="527050">
                <a:moveTo>
                  <a:pt x="1041083" y="232283"/>
                </a:moveTo>
                <a:lnTo>
                  <a:pt x="1041083" y="300545"/>
                </a:lnTo>
                <a:cubicBezTo>
                  <a:pt x="912573" y="300194"/>
                  <a:pt x="808032" y="403939"/>
                  <a:pt x="807403" y="532448"/>
                </a:cubicBezTo>
                <a:lnTo>
                  <a:pt x="738569" y="532448"/>
                </a:lnTo>
                <a:cubicBezTo>
                  <a:pt x="738665" y="442426"/>
                  <a:pt x="779322" y="357240"/>
                  <a:pt x="849249" y="300545"/>
                </a:cubicBezTo>
                <a:lnTo>
                  <a:pt x="564071" y="300545"/>
                </a:lnTo>
                <a:cubicBezTo>
                  <a:pt x="435571" y="300194"/>
                  <a:pt x="331049" y="403949"/>
                  <a:pt x="330454" y="532448"/>
                </a:cubicBezTo>
                <a:lnTo>
                  <a:pt x="261430" y="532448"/>
                </a:lnTo>
                <a:cubicBezTo>
                  <a:pt x="261469" y="449957"/>
                  <a:pt x="295649" y="371162"/>
                  <a:pt x="355854" y="314769"/>
                </a:cubicBezTo>
                <a:cubicBezTo>
                  <a:pt x="264255" y="348074"/>
                  <a:pt x="203155" y="434982"/>
                  <a:pt x="202819" y="532448"/>
                </a:cubicBezTo>
                <a:lnTo>
                  <a:pt x="134049" y="532448"/>
                </a:lnTo>
                <a:cubicBezTo>
                  <a:pt x="134077" y="448170"/>
                  <a:pt x="169736" y="367833"/>
                  <a:pt x="232220" y="311277"/>
                </a:cubicBezTo>
                <a:cubicBezTo>
                  <a:pt x="135308" y="341431"/>
                  <a:pt x="69149" y="430954"/>
                  <a:pt x="68771" y="532448"/>
                </a:cubicBezTo>
                <a:lnTo>
                  <a:pt x="0" y="532448"/>
                </a:lnTo>
                <a:cubicBezTo>
                  <a:pt x="242" y="420258"/>
                  <a:pt x="63014" y="317565"/>
                  <a:pt x="162751" y="266192"/>
                </a:cubicBezTo>
                <a:cubicBezTo>
                  <a:pt x="63024" y="214841"/>
                  <a:pt x="251" y="112170"/>
                  <a:pt x="0" y="0"/>
                </a:cubicBezTo>
                <a:lnTo>
                  <a:pt x="68771" y="0"/>
                </a:lnTo>
                <a:cubicBezTo>
                  <a:pt x="69086" y="101339"/>
                  <a:pt x="135011" y="190797"/>
                  <a:pt x="231712" y="221107"/>
                </a:cubicBezTo>
                <a:cubicBezTo>
                  <a:pt x="169531" y="164565"/>
                  <a:pt x="134072" y="84425"/>
                  <a:pt x="134049" y="381"/>
                </a:cubicBezTo>
                <a:lnTo>
                  <a:pt x="202819" y="381"/>
                </a:lnTo>
                <a:cubicBezTo>
                  <a:pt x="203128" y="97875"/>
                  <a:pt x="264269" y="184807"/>
                  <a:pt x="355918" y="218059"/>
                </a:cubicBezTo>
                <a:cubicBezTo>
                  <a:pt x="295689" y="161678"/>
                  <a:pt x="261486" y="82882"/>
                  <a:pt x="261430" y="381"/>
                </a:cubicBezTo>
                <a:lnTo>
                  <a:pt x="330264" y="381"/>
                </a:lnTo>
                <a:cubicBezTo>
                  <a:pt x="330893" y="128940"/>
                  <a:pt x="435511" y="232705"/>
                  <a:pt x="564071" y="232283"/>
                </a:cubicBezTo>
                <a:lnTo>
                  <a:pt x="849440" y="232283"/>
                </a:lnTo>
                <a:cubicBezTo>
                  <a:pt x="779505" y="175595"/>
                  <a:pt x="738847" y="90405"/>
                  <a:pt x="738759" y="381"/>
                </a:cubicBezTo>
                <a:lnTo>
                  <a:pt x="807593" y="381"/>
                </a:lnTo>
                <a:cubicBezTo>
                  <a:pt x="808223" y="128815"/>
                  <a:pt x="912647" y="232530"/>
                  <a:pt x="1041083" y="232283"/>
                </a:cubicBezTo>
                <a:close/>
              </a:path>
            </a:pathLst>
          </a:custGeom>
          <a:solidFill>
            <a:srgbClr val="00405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887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28CFF9"/>
          </a:solidFill>
        </p:grpSpPr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822106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28CFF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4725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ctivity 1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28947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03 Section Divider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760859" y="768561"/>
            <a:ext cx="379608" cy="11049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35614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98918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8" name="Group 27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</p:grpSpPr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161484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F1612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865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Activity 1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37711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2 Section Divider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A0DD6AED-2202-DD48-A2D6-60CCC5F07320}"/>
              </a:ext>
            </a:extLst>
          </p:cNvPr>
          <p:cNvSpPr/>
          <p:nvPr userDrawn="1"/>
        </p:nvSpPr>
        <p:spPr>
          <a:xfrm>
            <a:off x="-609" y="2116538"/>
            <a:ext cx="11411496" cy="5526322"/>
          </a:xfrm>
          <a:custGeom>
            <a:avLst/>
            <a:gdLst>
              <a:gd name="connsiteX0" fmla="*/ 676275 w 1009650"/>
              <a:gd name="connsiteY0" fmla="*/ 287331 h 488950"/>
              <a:gd name="connsiteX1" fmla="*/ 7684 w 1009650"/>
              <a:gd name="connsiteY1" fmla="*/ 287331 h 488950"/>
              <a:gd name="connsiteX2" fmla="*/ 0 w 1009650"/>
              <a:gd name="connsiteY2" fmla="*/ 279838 h 488950"/>
              <a:gd name="connsiteX3" fmla="*/ 0 w 1009650"/>
              <a:gd name="connsiteY3" fmla="*/ 210877 h 488950"/>
              <a:gd name="connsiteX4" fmla="*/ 6350 w 1009650"/>
              <a:gd name="connsiteY4" fmla="*/ 204527 h 488950"/>
              <a:gd name="connsiteX5" fmla="*/ 666750 w 1009650"/>
              <a:gd name="connsiteY5" fmla="*/ 204527 h 488950"/>
              <a:gd name="connsiteX6" fmla="*/ 676212 w 1009650"/>
              <a:gd name="connsiteY6" fmla="*/ 195002 h 488950"/>
              <a:gd name="connsiteX7" fmla="*/ 676212 w 1009650"/>
              <a:gd name="connsiteY7" fmla="*/ 10852 h 488950"/>
              <a:gd name="connsiteX8" fmla="*/ 681800 w 1009650"/>
              <a:gd name="connsiteY8" fmla="*/ 2661 h 488950"/>
              <a:gd name="connsiteX9" fmla="*/ 684975 w 1009650"/>
              <a:gd name="connsiteY9" fmla="*/ 1137 h 488950"/>
              <a:gd name="connsiteX10" fmla="*/ 690245 w 1009650"/>
              <a:gd name="connsiteY10" fmla="*/ 1835 h 488950"/>
              <a:gd name="connsiteX11" fmla="*/ 729552 w 1009650"/>
              <a:gd name="connsiteY11" fmla="*/ 43428 h 488950"/>
              <a:gd name="connsiteX12" fmla="*/ 770319 w 1009650"/>
              <a:gd name="connsiteY12" fmla="*/ 82036 h 488950"/>
              <a:gd name="connsiteX13" fmla="*/ 827469 w 1009650"/>
              <a:gd name="connsiteY13" fmla="*/ 129788 h 488950"/>
              <a:gd name="connsiteX14" fmla="*/ 873506 w 1009650"/>
              <a:gd name="connsiteY14" fmla="*/ 162681 h 488950"/>
              <a:gd name="connsiteX15" fmla="*/ 907415 w 1009650"/>
              <a:gd name="connsiteY15" fmla="*/ 185350 h 488950"/>
              <a:gd name="connsiteX16" fmla="*/ 935673 w 1009650"/>
              <a:gd name="connsiteY16" fmla="*/ 201670 h 488950"/>
              <a:gd name="connsiteX17" fmla="*/ 967804 w 1009650"/>
              <a:gd name="connsiteY17" fmla="*/ 218942 h 488950"/>
              <a:gd name="connsiteX18" fmla="*/ 997903 w 1009650"/>
              <a:gd name="connsiteY18" fmla="*/ 232848 h 488950"/>
              <a:gd name="connsiteX19" fmla="*/ 1010031 w 1009650"/>
              <a:gd name="connsiteY19" fmla="*/ 238436 h 488950"/>
              <a:gd name="connsiteX20" fmla="*/ 1011428 w 1009650"/>
              <a:gd name="connsiteY20" fmla="*/ 241294 h 488950"/>
              <a:gd name="connsiteX21" fmla="*/ 1011428 w 1009650"/>
              <a:gd name="connsiteY21" fmla="*/ 248914 h 488950"/>
              <a:gd name="connsiteX22" fmla="*/ 1008189 w 1009650"/>
              <a:gd name="connsiteY22" fmla="*/ 253422 h 488950"/>
              <a:gd name="connsiteX23" fmla="*/ 952183 w 1009650"/>
              <a:gd name="connsiteY23" fmla="*/ 281045 h 488950"/>
              <a:gd name="connsiteX24" fmla="*/ 906145 w 1009650"/>
              <a:gd name="connsiteY24" fmla="*/ 306953 h 488950"/>
              <a:gd name="connsiteX25" fmla="*/ 872236 w 1009650"/>
              <a:gd name="connsiteY25" fmla="*/ 329622 h 488950"/>
              <a:gd name="connsiteX26" fmla="*/ 835406 w 1009650"/>
              <a:gd name="connsiteY26" fmla="*/ 355467 h 488950"/>
              <a:gd name="connsiteX27" fmla="*/ 796100 w 1009650"/>
              <a:gd name="connsiteY27" fmla="*/ 386455 h 488950"/>
              <a:gd name="connsiteX28" fmla="*/ 760730 w 1009650"/>
              <a:gd name="connsiteY28" fmla="*/ 416998 h 488950"/>
              <a:gd name="connsiteX29" fmla="*/ 716280 w 1009650"/>
              <a:gd name="connsiteY29" fmla="*/ 460686 h 488950"/>
              <a:gd name="connsiteX30" fmla="*/ 690880 w 1009650"/>
              <a:gd name="connsiteY30" fmla="*/ 488563 h 488950"/>
              <a:gd name="connsiteX31" fmla="*/ 685292 w 1009650"/>
              <a:gd name="connsiteY31" fmla="*/ 489642 h 488950"/>
              <a:gd name="connsiteX32" fmla="*/ 678942 w 1009650"/>
              <a:gd name="connsiteY32" fmla="*/ 486404 h 488950"/>
              <a:gd name="connsiteX33" fmla="*/ 676402 w 1009650"/>
              <a:gd name="connsiteY33" fmla="*/ 480054 h 488950"/>
              <a:gd name="connsiteX34" fmla="*/ 676402 w 1009650"/>
              <a:gd name="connsiteY34" fmla="*/ 378454 h 488950"/>
              <a:gd name="connsiteX35" fmla="*/ 676402 w 1009650"/>
              <a:gd name="connsiteY35" fmla="*/ 287331 h 48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09650" h="488950">
                <a:moveTo>
                  <a:pt x="676275" y="287331"/>
                </a:moveTo>
                <a:lnTo>
                  <a:pt x="7684" y="287331"/>
                </a:lnTo>
                <a:cubicBezTo>
                  <a:pt x="0" y="287331"/>
                  <a:pt x="0" y="287331"/>
                  <a:pt x="0" y="279838"/>
                </a:cubicBezTo>
                <a:cubicBezTo>
                  <a:pt x="0" y="256851"/>
                  <a:pt x="0" y="233864"/>
                  <a:pt x="0" y="210877"/>
                </a:cubicBezTo>
                <a:cubicBezTo>
                  <a:pt x="0" y="205543"/>
                  <a:pt x="1524" y="204527"/>
                  <a:pt x="6350" y="204527"/>
                </a:cubicBezTo>
                <a:cubicBezTo>
                  <a:pt x="226483" y="204527"/>
                  <a:pt x="446617" y="204527"/>
                  <a:pt x="666750" y="204527"/>
                </a:cubicBezTo>
                <a:cubicBezTo>
                  <a:pt x="677228" y="204527"/>
                  <a:pt x="676212" y="205988"/>
                  <a:pt x="676212" y="195002"/>
                </a:cubicBezTo>
                <a:cubicBezTo>
                  <a:pt x="676212" y="133661"/>
                  <a:pt x="676212" y="72278"/>
                  <a:pt x="676212" y="10852"/>
                </a:cubicBezTo>
                <a:cubicBezTo>
                  <a:pt x="675743" y="7103"/>
                  <a:pt x="678138" y="3592"/>
                  <a:pt x="681800" y="2661"/>
                </a:cubicBezTo>
                <a:cubicBezTo>
                  <a:pt x="682942" y="2349"/>
                  <a:pt x="684018" y="1833"/>
                  <a:pt x="684975" y="1137"/>
                </a:cubicBezTo>
                <a:cubicBezTo>
                  <a:pt x="687070" y="-451"/>
                  <a:pt x="688150" y="-514"/>
                  <a:pt x="690245" y="1835"/>
                </a:cubicBezTo>
                <a:cubicBezTo>
                  <a:pt x="702945" y="15932"/>
                  <a:pt x="716090" y="29966"/>
                  <a:pt x="729552" y="43428"/>
                </a:cubicBezTo>
                <a:cubicBezTo>
                  <a:pt x="743014" y="56890"/>
                  <a:pt x="756222" y="69780"/>
                  <a:pt x="770319" y="82036"/>
                </a:cubicBezTo>
                <a:cubicBezTo>
                  <a:pt x="789051" y="98419"/>
                  <a:pt x="808419" y="114421"/>
                  <a:pt x="827469" y="129788"/>
                </a:cubicBezTo>
                <a:cubicBezTo>
                  <a:pt x="842328" y="141408"/>
                  <a:pt x="858012" y="151886"/>
                  <a:pt x="873506" y="162681"/>
                </a:cubicBezTo>
                <a:cubicBezTo>
                  <a:pt x="884682" y="170428"/>
                  <a:pt x="895922" y="178111"/>
                  <a:pt x="907415" y="185350"/>
                </a:cubicBezTo>
                <a:cubicBezTo>
                  <a:pt x="916623" y="191192"/>
                  <a:pt x="926148" y="196399"/>
                  <a:pt x="935673" y="201670"/>
                </a:cubicBezTo>
                <a:cubicBezTo>
                  <a:pt x="946277" y="207575"/>
                  <a:pt x="956945" y="213481"/>
                  <a:pt x="967804" y="218942"/>
                </a:cubicBezTo>
                <a:cubicBezTo>
                  <a:pt x="977710" y="223895"/>
                  <a:pt x="987870" y="228213"/>
                  <a:pt x="997903" y="232848"/>
                </a:cubicBezTo>
                <a:cubicBezTo>
                  <a:pt x="1001967" y="234690"/>
                  <a:pt x="1006094" y="236404"/>
                  <a:pt x="1010031" y="238436"/>
                </a:cubicBezTo>
                <a:cubicBezTo>
                  <a:pt x="1010884" y="239145"/>
                  <a:pt x="1011393" y="240185"/>
                  <a:pt x="1011428" y="241294"/>
                </a:cubicBezTo>
                <a:cubicBezTo>
                  <a:pt x="1011811" y="243819"/>
                  <a:pt x="1011811" y="246388"/>
                  <a:pt x="1011428" y="248914"/>
                </a:cubicBezTo>
                <a:cubicBezTo>
                  <a:pt x="1010997" y="250790"/>
                  <a:pt x="1009830" y="252415"/>
                  <a:pt x="1008189" y="253422"/>
                </a:cubicBezTo>
                <a:cubicBezTo>
                  <a:pt x="989584" y="262693"/>
                  <a:pt x="970661" y="271456"/>
                  <a:pt x="952183" y="281045"/>
                </a:cubicBezTo>
                <a:cubicBezTo>
                  <a:pt x="936562" y="289173"/>
                  <a:pt x="921195" y="297872"/>
                  <a:pt x="906145" y="306953"/>
                </a:cubicBezTo>
                <a:cubicBezTo>
                  <a:pt x="894525" y="313938"/>
                  <a:pt x="883412" y="321939"/>
                  <a:pt x="872236" y="329622"/>
                </a:cubicBezTo>
                <a:cubicBezTo>
                  <a:pt x="859854" y="338131"/>
                  <a:pt x="847408" y="346513"/>
                  <a:pt x="835406" y="355467"/>
                </a:cubicBezTo>
                <a:cubicBezTo>
                  <a:pt x="822071" y="365500"/>
                  <a:pt x="808969" y="375829"/>
                  <a:pt x="796100" y="386455"/>
                </a:cubicBezTo>
                <a:cubicBezTo>
                  <a:pt x="784035" y="396297"/>
                  <a:pt x="772097" y="406330"/>
                  <a:pt x="760730" y="416998"/>
                </a:cubicBezTo>
                <a:cubicBezTo>
                  <a:pt x="745554" y="431159"/>
                  <a:pt x="730822" y="445827"/>
                  <a:pt x="716280" y="460686"/>
                </a:cubicBezTo>
                <a:cubicBezTo>
                  <a:pt x="707454" y="469640"/>
                  <a:pt x="699516" y="479419"/>
                  <a:pt x="690880" y="488563"/>
                </a:cubicBezTo>
                <a:cubicBezTo>
                  <a:pt x="689269" y="489731"/>
                  <a:pt x="687223" y="490126"/>
                  <a:pt x="685292" y="489642"/>
                </a:cubicBezTo>
                <a:cubicBezTo>
                  <a:pt x="682920" y="489162"/>
                  <a:pt x="680724" y="488042"/>
                  <a:pt x="678942" y="486404"/>
                </a:cubicBezTo>
                <a:cubicBezTo>
                  <a:pt x="677383" y="484647"/>
                  <a:pt x="676484" y="482402"/>
                  <a:pt x="676402" y="480054"/>
                </a:cubicBezTo>
                <a:cubicBezTo>
                  <a:pt x="676402" y="446208"/>
                  <a:pt x="676402" y="412299"/>
                  <a:pt x="676402" y="378454"/>
                </a:cubicBezTo>
                <a:lnTo>
                  <a:pt x="676402" y="287331"/>
                </a:lnTo>
                <a:close/>
              </a:path>
            </a:pathLst>
          </a:custGeom>
          <a:solidFill>
            <a:srgbClr val="F9125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067007"/>
            <a:ext cx="5627171" cy="2353439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967457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7E00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33" name="Group 32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  <a:solidFill>
            <a:srgbClr val="F91258"/>
          </a:solidFill>
        </p:grpSpPr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345788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7E007C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596148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7E007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64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Activity 1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chemeClr val="bg1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3175680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588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216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394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Rectangle 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54460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con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059427" y="3673998"/>
            <a:ext cx="212415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0" indent="0">
              <a:buFont typeface="Arial" panose="020B0604020202020204" pitchFamily="34" charset="0"/>
              <a:buNone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3639645" y="3673998"/>
            <a:ext cx="2068065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149996" y="3673998"/>
            <a:ext cx="2130523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21"/>
          <p:cNvSpPr>
            <a:spLocks noGrp="1"/>
          </p:cNvSpPr>
          <p:nvPr>
            <p:ph type="pic" sz="quarter" idx="18" hasCustomPrompt="1"/>
          </p:nvPr>
        </p:nvSpPr>
        <p:spPr>
          <a:xfrm>
            <a:off x="1059428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8" name="Picture Placeholder 21"/>
          <p:cNvSpPr>
            <a:spLocks noGrp="1"/>
          </p:cNvSpPr>
          <p:nvPr>
            <p:ph type="pic" sz="quarter" idx="19" hasCustomPrompt="1"/>
          </p:nvPr>
        </p:nvSpPr>
        <p:spPr>
          <a:xfrm>
            <a:off x="3639646" y="1986408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20" hasCustomPrompt="1"/>
          </p:nvPr>
        </p:nvSpPr>
        <p:spPr>
          <a:xfrm>
            <a:off x="6149997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070" y="3688989"/>
            <a:ext cx="218344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1" name="Picture Placeholder 21"/>
          <p:cNvSpPr>
            <a:spLocks noGrp="1"/>
          </p:cNvSpPr>
          <p:nvPr>
            <p:ph type="pic" sz="quarter" idx="22" hasCustomPrompt="1"/>
          </p:nvPr>
        </p:nvSpPr>
        <p:spPr>
          <a:xfrm>
            <a:off x="8637071" y="2008475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89683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065907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511826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5957745" y="1986353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8403664" y="1986352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7195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15467" y="1992793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069809" y="1992792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36117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1080209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 sz="1800"/>
            </a:lvl2pPr>
            <a:lvl3pPr marL="0" indent="0">
              <a:buNone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80209" y="2003204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925914" y="2003203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25868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25944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91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pe you enjoyed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63440" y="0"/>
            <a:ext cx="752856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0" y="2311970"/>
            <a:ext cx="3138017" cy="1908338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/>
            </a:lvl1pPr>
          </a:lstStyle>
          <a:p>
            <a:r>
              <a:rPr lang="en-US" noProof="0" dirty="0"/>
              <a:t>THANK YOU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1" y="5306004"/>
            <a:ext cx="4269826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b="0" baseline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Hope you enjoyed this learning journey.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698" y="3508800"/>
            <a:ext cx="7016130" cy="2425241"/>
            <a:chOff x="683" y="3508800"/>
            <a:chExt cx="7016130" cy="2425241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683" y="3508800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 userDrawn="1"/>
          </p:nvSpPr>
          <p:spPr>
            <a:xfrm>
              <a:off x="5439970" y="3509181"/>
              <a:ext cx="1576843" cy="2417447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683" y="4907035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887849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A Template_Mai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190463" y="928670"/>
            <a:ext cx="11715792" cy="5214974"/>
          </a:xfrm>
        </p:spPr>
        <p:txBody>
          <a:bodyPr/>
          <a:lstStyle>
            <a:lvl1pPr>
              <a:spcBef>
                <a:spcPts val="1200"/>
              </a:spcBef>
              <a:defRPr b="1"/>
            </a:lvl1pPr>
            <a:lvl2pPr>
              <a:spcBef>
                <a:spcPts val="600"/>
              </a:spcBef>
              <a:defRPr/>
            </a:lvl2pPr>
            <a:lvl3pPr>
              <a:spcBef>
                <a:spcPts val="600"/>
              </a:spcBef>
              <a:defRPr/>
            </a:lvl3pPr>
            <a:lvl4pPr>
              <a:spcBef>
                <a:spcPts val="600"/>
              </a:spcBef>
              <a:defRPr/>
            </a:lvl4pPr>
            <a:lvl5pPr>
              <a:spcBef>
                <a:spcPts val="600"/>
              </a:spcBef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90459" y="357166"/>
            <a:ext cx="11715832" cy="5004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GB" sz="2400" b="1" kern="1200" baseline="0" dirty="0" smtClean="0">
                <a:solidFill>
                  <a:srgbClr val="0070C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 marL="342900" lvl="0" indent="-3429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None/>
            </a:pPr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7204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8754" y="6584738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 b="1" i="0">
                <a:solidFill>
                  <a:schemeClr val="bg1">
                    <a:lumMod val="50000"/>
                  </a:schemeClr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464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798" r:id="rId4"/>
    <p:sldLayoutId id="2147483806" r:id="rId5"/>
    <p:sldLayoutId id="2147483709" r:id="rId6"/>
    <p:sldLayoutId id="2147483822" r:id="rId7"/>
    <p:sldLayoutId id="2147483802" r:id="rId8"/>
    <p:sldLayoutId id="2147483792" r:id="rId9"/>
    <p:sldLayoutId id="2147483810" r:id="rId10"/>
    <p:sldLayoutId id="2147483804" r:id="rId11"/>
    <p:sldLayoutId id="2147483821" r:id="rId12"/>
    <p:sldLayoutId id="2147483824" r:id="rId13"/>
    <p:sldLayoutId id="2147483828" r:id="rId14"/>
    <p:sldLayoutId id="2147483853" r:id="rId15"/>
    <p:sldLayoutId id="2147483899" r:id="rId16"/>
    <p:sldLayoutId id="2147483832" r:id="rId17"/>
    <p:sldLayoutId id="2147483833" r:id="rId18"/>
    <p:sldLayoutId id="2147483836" r:id="rId19"/>
    <p:sldLayoutId id="2147483852" r:id="rId20"/>
    <p:sldLayoutId id="2147483900" r:id="rId21"/>
    <p:sldLayoutId id="2147483820" r:id="rId22"/>
    <p:sldLayoutId id="2147483842" r:id="rId23"/>
    <p:sldLayoutId id="2147483845" r:id="rId24"/>
    <p:sldLayoutId id="2147483851" r:id="rId25"/>
    <p:sldLayoutId id="2147483901" r:id="rId26"/>
    <p:sldLayoutId id="2147483650" r:id="rId27"/>
    <p:sldLayoutId id="2147483734" r:id="rId28"/>
    <p:sldLayoutId id="2147483796" r:id="rId29"/>
    <p:sldLayoutId id="2147483719" r:id="rId30"/>
    <p:sldLayoutId id="2147483721" r:id="rId31"/>
    <p:sldLayoutId id="2147483724" r:id="rId32"/>
    <p:sldLayoutId id="2147483797" r:id="rId33"/>
    <p:sldLayoutId id="2147483814" r:id="rId34"/>
    <p:sldLayoutId id="2147483903" r:id="rId35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0" i="0" kern="1200" cap="none" baseline="0">
          <a:solidFill>
            <a:schemeClr val="tx1"/>
          </a:solidFill>
          <a:latin typeface="Krana Fat B" panose="00000B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15000"/>
        <a:buFontTx/>
        <a:buNone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7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7"/>
        </a:buBlip>
        <a:tabLst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7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7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" userDrawn="1">
          <p15:clr>
            <a:srgbClr val="F26B43"/>
          </p15:clr>
        </p15:guide>
        <p15:guide id="2" orient="horz" pos="4081" userDrawn="1">
          <p15:clr>
            <a:srgbClr val="F26B43"/>
          </p15:clr>
        </p15:guide>
        <p15:guide id="3" pos="237" userDrawn="1">
          <p15:clr>
            <a:srgbClr val="F26B43"/>
          </p15:clr>
        </p15:guide>
        <p15:guide id="4" pos="732" userDrawn="1">
          <p15:clr>
            <a:srgbClr val="F26B43"/>
          </p15:clr>
        </p15:guide>
        <p15:guide id="5" pos="850" userDrawn="1">
          <p15:clr>
            <a:srgbClr val="F26B43"/>
          </p15:clr>
        </p15:guide>
        <p15:guide id="6" pos="1345" userDrawn="1">
          <p15:clr>
            <a:srgbClr val="F26B43"/>
          </p15:clr>
        </p15:guide>
        <p15:guide id="7" pos="1460" userDrawn="1">
          <p15:clr>
            <a:srgbClr val="F26B43"/>
          </p15:clr>
        </p15:guide>
        <p15:guide id="8" pos="1954" userDrawn="1">
          <p15:clr>
            <a:srgbClr val="F26B43"/>
          </p15:clr>
        </p15:guide>
        <p15:guide id="9" pos="2069" userDrawn="1">
          <p15:clr>
            <a:srgbClr val="F26B43"/>
          </p15:clr>
        </p15:guide>
        <p15:guide id="10" pos="2564" userDrawn="1">
          <p15:clr>
            <a:srgbClr val="F26B43"/>
          </p15:clr>
        </p15:guide>
        <p15:guide id="11" pos="2683" userDrawn="1">
          <p15:clr>
            <a:srgbClr val="F26B43"/>
          </p15:clr>
        </p15:guide>
        <p15:guide id="12" pos="3173" userDrawn="1">
          <p15:clr>
            <a:srgbClr val="F26B43"/>
          </p15:clr>
        </p15:guide>
        <p15:guide id="13" pos="3288" userDrawn="1">
          <p15:clr>
            <a:srgbClr val="F26B43"/>
          </p15:clr>
        </p15:guide>
        <p15:guide id="14" pos="3782" userDrawn="1">
          <p15:clr>
            <a:srgbClr val="F26B43"/>
          </p15:clr>
        </p15:guide>
        <p15:guide id="15" pos="3897" userDrawn="1">
          <p15:clr>
            <a:srgbClr val="F26B43"/>
          </p15:clr>
        </p15:guide>
        <p15:guide id="16" pos="4392" userDrawn="1">
          <p15:clr>
            <a:srgbClr val="F26B43"/>
          </p15:clr>
        </p15:guide>
        <p15:guide id="17" pos="4506" userDrawn="1">
          <p15:clr>
            <a:srgbClr val="F26B43"/>
          </p15:clr>
        </p15:guide>
        <p15:guide id="18" pos="5001" userDrawn="1">
          <p15:clr>
            <a:srgbClr val="F26B43"/>
          </p15:clr>
        </p15:guide>
        <p15:guide id="19" pos="5115" userDrawn="1">
          <p15:clr>
            <a:srgbClr val="F26B43"/>
          </p15:clr>
        </p15:guide>
        <p15:guide id="20" pos="5610" userDrawn="1">
          <p15:clr>
            <a:srgbClr val="F26B43"/>
          </p15:clr>
        </p15:guide>
        <p15:guide id="21" pos="5725" userDrawn="1">
          <p15:clr>
            <a:srgbClr val="F26B43"/>
          </p15:clr>
        </p15:guide>
        <p15:guide id="22" pos="6220" userDrawn="1">
          <p15:clr>
            <a:srgbClr val="F26B43"/>
          </p15:clr>
        </p15:guide>
        <p15:guide id="23" pos="6334" userDrawn="1">
          <p15:clr>
            <a:srgbClr val="F26B43"/>
          </p15:clr>
        </p15:guide>
        <p15:guide id="24" pos="6829" userDrawn="1">
          <p15:clr>
            <a:srgbClr val="F26B43"/>
          </p15:clr>
        </p15:guide>
        <p15:guide id="25" pos="6943" userDrawn="1">
          <p15:clr>
            <a:srgbClr val="F26B43"/>
          </p15:clr>
        </p15:guide>
        <p15:guide id="26" pos="7438" userDrawn="1">
          <p15:clr>
            <a:srgbClr val="F26B43"/>
          </p15:clr>
        </p15:guide>
        <p15:guide id="27" pos="3840" userDrawn="1">
          <p15:clr>
            <a:srgbClr val="9FCC3B"/>
          </p15:clr>
        </p15:guide>
        <p15:guide id="28" orient="horz" pos="2160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api.jquery.com/category/events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3781EE-D855-4DF7-B5DD-DA24E3A7293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 sz="2000" dirty="0" err="1"/>
              <a:t>JQuery</a:t>
            </a:r>
            <a:endParaRPr lang="en-IN" sz="2000" dirty="0"/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GB" dirty="0"/>
              <a:t>Web Development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jQuery </a:t>
            </a:r>
            <a:br>
              <a:rPr lang="en-GB" dirty="0"/>
            </a:br>
            <a:r>
              <a:rPr lang="en-GB" dirty="0"/>
              <a:t>Events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EEFFA1A-60C7-46A9-94E9-81317D8F1ADB}"/>
              </a:ext>
            </a:extLst>
          </p:cNvPr>
          <p:cNvSpPr txBox="1">
            <a:spLocks/>
          </p:cNvSpPr>
          <p:nvPr/>
        </p:nvSpPr>
        <p:spPr>
          <a:xfrm>
            <a:off x="376239" y="5608948"/>
            <a:ext cx="6480175" cy="44273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Tx/>
              <a:buNone/>
              <a:defRPr sz="20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355600" indent="-2667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25000"/>
              <a:buFontTx/>
              <a:buBlip>
                <a:blip r:embed="rId3"/>
              </a:buBlip>
              <a:tabLst/>
              <a:defRPr sz="2000" b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355600" indent="-2667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20000"/>
              <a:buFontTx/>
              <a:buBlip>
                <a:blip r:embed="rId3"/>
              </a:buBlip>
              <a:tabLst/>
              <a:defRPr sz="20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355600" indent="-2667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20000"/>
              <a:buFontTx/>
              <a:buBlip>
                <a:blip r:embed="rId3"/>
              </a:buBlip>
              <a:tabLst/>
              <a:defRPr sz="2000" b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4pPr>
            <a:lvl5pPr marL="355600" indent="-2667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25000"/>
              <a:buFontTx/>
              <a:buBlip>
                <a:blip r:embed="rId3"/>
              </a:buBlip>
              <a:tabLst/>
              <a:defRPr sz="2000" b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i="1" dirty="0">
              <a:solidFill>
                <a:srgbClr val="004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04082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AD99E1-2371-4D58-995C-08B5B9FE82E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b="1" dirty="0"/>
              <a:t>In this chapter you'll learn</a:t>
            </a:r>
          </a:p>
          <a:p>
            <a:pPr marL="342900" lvl="1" indent="-342900">
              <a:buSzPct val="115000"/>
            </a:pPr>
            <a:r>
              <a:rPr lang="en-GB" dirty="0"/>
              <a:t>What events are</a:t>
            </a:r>
          </a:p>
          <a:p>
            <a:pPr marL="342900" lvl="1" indent="-342900">
              <a:buSzPct val="115000"/>
            </a:pPr>
            <a:r>
              <a:rPr lang="en-GB" dirty="0"/>
              <a:t>Different types of events</a:t>
            </a:r>
          </a:p>
          <a:p>
            <a:pPr marL="342900" lvl="1" indent="-342900">
              <a:buSzPct val="115000"/>
            </a:pPr>
            <a:r>
              <a:rPr lang="en-GB" dirty="0"/>
              <a:t>How to create event handlers</a:t>
            </a:r>
          </a:p>
          <a:p>
            <a:pPr marL="342900" lvl="1" indent="-342900">
              <a:buSzPct val="115000"/>
            </a:pPr>
            <a:r>
              <a:rPr lang="en-GB" dirty="0"/>
              <a:t>How to capture information from events</a:t>
            </a:r>
          </a:p>
          <a:p>
            <a:pPr marL="342900" lvl="1" indent="-342900">
              <a:buSzPct val="115000"/>
            </a:pPr>
            <a:r>
              <a:rPr lang="en-GB" dirty="0"/>
              <a:t>How events bubble up through the DOM hierarchy</a:t>
            </a:r>
          </a:p>
          <a:p>
            <a:pPr marL="342900" indent="-342900">
              <a:buChar char="•"/>
            </a:pP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8ACC4-0C6B-45EC-8FA5-4D1C0F981F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Objectives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2473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36106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There are various ways of adding events</a:t>
            </a:r>
          </a:p>
          <a:p>
            <a:pPr marL="799200" lvl="1" indent="-457200">
              <a:buSzPct val="115000"/>
              <a:buFont typeface="Arial" panose="020B0604020202020204" pitchFamily="34" charset="0"/>
              <a:buChar char="•"/>
            </a:pPr>
            <a:r>
              <a:rPr lang="en-GB" dirty="0"/>
              <a:t>During design-time</a:t>
            </a:r>
          </a:p>
          <a:p>
            <a:pPr marL="799200" lvl="1" indent="-457200">
              <a:buSzPct val="115000"/>
              <a:buFont typeface="Arial" panose="020B0604020202020204" pitchFamily="34" charset="0"/>
              <a:buChar char="•"/>
            </a:pPr>
            <a:r>
              <a:rPr lang="en-GB" dirty="0"/>
              <a:t>Dynamically at run-time</a:t>
            </a:r>
          </a:p>
          <a:p>
            <a:pPr marL="799200" lvl="1" indent="-457200">
              <a:buSzPct val="115000"/>
              <a:buFont typeface="Arial" panose="020B0604020202020204" pitchFamily="34" charset="0"/>
              <a:buChar char="•"/>
            </a:pPr>
            <a:r>
              <a:rPr lang="en-GB" dirty="0"/>
              <a:t>In this part we will look at the second option</a:t>
            </a:r>
          </a:p>
          <a:p>
            <a:pPr lvl="1"/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The classic JavaScript </a:t>
            </a:r>
            <a:r>
              <a:rPr lang="en-GB" b="1" dirty="0" err="1"/>
              <a:t>addEventListener</a:t>
            </a:r>
            <a:r>
              <a:rPr lang="en-GB" b="1" dirty="0"/>
              <a:t>() method</a:t>
            </a:r>
          </a:p>
          <a:p>
            <a:endParaRPr lang="en-GB" dirty="0"/>
          </a:p>
          <a:p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In IE 8 and below do: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7411" y="3785982"/>
            <a:ext cx="6780669" cy="599886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txBody>
          <a:bodyPr wrap="square" lIns="132923" tIns="33231" rIns="0" bIns="33231" rtlCol="0">
            <a:spAutoFit/>
          </a:bodyPr>
          <a:lstStyle/>
          <a:p>
            <a:r>
              <a:rPr lang="en-GB" dirty="0" err="1">
                <a:solidFill>
                  <a:srgbClr val="000000"/>
                </a:solidFill>
                <a:latin typeface="Consolas" panose="020B0609020204030204" pitchFamily="49" charset="0"/>
              </a:rPr>
              <a:t>var</a:t>
            </a:r>
            <a:r>
              <a:rPr lang="en-GB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/>
              </a:rPr>
              <a:t>myControl</a:t>
            </a:r>
            <a:r>
              <a:rPr lang="en-GB" dirty="0">
                <a:latin typeface="Consolas"/>
              </a:rPr>
              <a:t> = </a:t>
            </a:r>
            <a:r>
              <a:rPr lang="en-GB" dirty="0" err="1">
                <a:solidFill>
                  <a:srgbClr val="000000"/>
                </a:solidFill>
                <a:latin typeface="Consolas" panose="020B0609020204030204" pitchFamily="49" charset="0"/>
              </a:rPr>
              <a:t>document.getElementById</a:t>
            </a:r>
            <a:r>
              <a:rPr lang="en-GB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dirty="0">
                <a:solidFill>
                  <a:srgbClr val="A31515"/>
                </a:solidFill>
                <a:latin typeface="Consolas" panose="020B0609020204030204" pitchFamily="49" charset="0"/>
              </a:rPr>
              <a:t>'footer'</a:t>
            </a:r>
            <a:r>
              <a:rPr lang="en-GB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en-GB" sz="1662" dirty="0">
              <a:latin typeface="Consolas"/>
            </a:endParaRPr>
          </a:p>
          <a:p>
            <a:r>
              <a:rPr lang="en-GB" sz="1662" dirty="0" err="1">
                <a:latin typeface="Consolas"/>
              </a:rPr>
              <a:t>myControl.</a:t>
            </a:r>
            <a:r>
              <a:rPr lang="en-GB" sz="1662" b="1" dirty="0" err="1">
                <a:latin typeface="Consolas"/>
              </a:rPr>
              <a:t>addEventListener</a:t>
            </a:r>
            <a:r>
              <a:rPr lang="en-GB" sz="1662" b="1" dirty="0">
                <a:latin typeface="Consolas"/>
              </a:rPr>
              <a:t>(</a:t>
            </a:r>
            <a:r>
              <a:rPr lang="en-GB" sz="1662" b="1" dirty="0">
                <a:solidFill>
                  <a:srgbClr val="800000"/>
                </a:solidFill>
                <a:latin typeface="Consolas"/>
              </a:rPr>
              <a:t>'click', </a:t>
            </a:r>
            <a:r>
              <a:rPr lang="en-GB" sz="1662" b="1" dirty="0">
                <a:solidFill>
                  <a:srgbClr val="0000FF"/>
                </a:solidFill>
                <a:latin typeface="Consolas"/>
              </a:rPr>
              <a:t>function(){   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411" y="4978856"/>
            <a:ext cx="6780669" cy="57866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txBody>
          <a:bodyPr wrap="square" lIns="132923" tIns="33231" rIns="0" bIns="33231" rtlCol="0">
            <a:spAutoFit/>
          </a:bodyPr>
          <a:lstStyle/>
          <a:p>
            <a:r>
              <a:rPr lang="en-GB" sz="1662" dirty="0" err="1">
                <a:latin typeface="Consolas"/>
              </a:rPr>
              <a:t>myControl</a:t>
            </a:r>
            <a:r>
              <a:rPr lang="en-GB" sz="1662" dirty="0">
                <a:latin typeface="Consolas"/>
              </a:rPr>
              <a:t>.</a:t>
            </a:r>
            <a:r>
              <a:rPr lang="en-US" sz="1662" b="1" dirty="0" err="1"/>
              <a:t>attachEvent</a:t>
            </a:r>
            <a:r>
              <a:rPr lang="en-GB" sz="1662" b="1" dirty="0">
                <a:latin typeface="Consolas"/>
              </a:rPr>
              <a:t>(</a:t>
            </a:r>
            <a:r>
              <a:rPr lang="en-GB" sz="1662" b="1" dirty="0">
                <a:solidFill>
                  <a:srgbClr val="800000"/>
                </a:solidFill>
                <a:latin typeface="Consolas"/>
              </a:rPr>
              <a:t>'</a:t>
            </a:r>
            <a:r>
              <a:rPr lang="en-GB" sz="1662" b="1" dirty="0" err="1">
                <a:solidFill>
                  <a:srgbClr val="800000"/>
                </a:solidFill>
                <a:latin typeface="Consolas"/>
              </a:rPr>
              <a:t>onclick</a:t>
            </a:r>
            <a:r>
              <a:rPr lang="en-GB" sz="1662" b="1" dirty="0">
                <a:solidFill>
                  <a:srgbClr val="800000"/>
                </a:solidFill>
                <a:latin typeface="Consolas"/>
              </a:rPr>
              <a:t>', </a:t>
            </a:r>
            <a:r>
              <a:rPr lang="en-GB" sz="1662" b="1" dirty="0">
                <a:solidFill>
                  <a:srgbClr val="0000FF"/>
                </a:solidFill>
                <a:latin typeface="Consolas"/>
              </a:rPr>
              <a:t>function(){    });</a:t>
            </a:r>
          </a:p>
          <a:p>
            <a:endParaRPr lang="en-GB" sz="1662" b="1" dirty="0">
              <a:solidFill>
                <a:srgbClr val="0000FF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700482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to setup events using </a:t>
            </a:r>
            <a:r>
              <a:rPr lang="en-GB" dirty="0" err="1"/>
              <a:t>Jquery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Simple click event example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See also: </a:t>
            </a:r>
            <a:r>
              <a:rPr lang="en-US" b="1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http://api.jquery.com/category/events/</a:t>
            </a:r>
            <a:endParaRPr lang="en-US" b="1" u="sng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>
              <a:solidFill>
                <a:srgbClr val="09EDB8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02717" y="2274838"/>
            <a:ext cx="5648630" cy="2554545"/>
          </a:xfrm>
          <a:prstGeom prst="rect">
            <a:avLst/>
          </a:prstGeom>
          <a:ln w="25400">
            <a:solidFill>
              <a:srgbClr val="004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script</a:t>
            </a:r>
            <a:r>
              <a:rPr lang="en-GB" sz="16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$(</a:t>
            </a:r>
            <a:r>
              <a:rPr lang="en-GB" sz="16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() {</a:t>
            </a:r>
          </a:p>
          <a:p>
            <a:r>
              <a:rPr lang="en-GB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$(</a:t>
            </a:r>
            <a:r>
              <a:rPr lang="en-GB" sz="16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"#div1"</a:t>
            </a:r>
            <a:r>
              <a:rPr lang="en-GB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).click(</a:t>
            </a:r>
            <a:r>
              <a:rPr lang="en-GB" sz="16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(e) {</a:t>
            </a:r>
          </a:p>
          <a:p>
            <a:r>
              <a:rPr lang="en-GB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alert(</a:t>
            </a:r>
            <a:r>
              <a:rPr lang="en-GB" sz="16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"Hello!"</a:t>
            </a:r>
            <a:r>
              <a:rPr lang="en-GB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GB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});</a:t>
            </a:r>
          </a:p>
          <a:p>
            <a:r>
              <a:rPr lang="en-GB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});</a:t>
            </a:r>
          </a:p>
          <a:p>
            <a:r>
              <a:rPr lang="en-GB" sz="16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6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script</a:t>
            </a:r>
            <a:r>
              <a:rPr lang="en-GB" sz="16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body</a:t>
            </a:r>
            <a:r>
              <a:rPr lang="en-GB" sz="16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6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sz="16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="div1"&gt;</a:t>
            </a:r>
            <a:r>
              <a:rPr lang="en-GB" sz="16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Welcome</a:t>
            </a:r>
            <a:r>
              <a:rPr lang="en-GB" sz="16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6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6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</a:p>
          <a:p>
            <a:r>
              <a:rPr lang="en-GB" sz="16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6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body</a:t>
            </a:r>
            <a:r>
              <a:rPr lang="en-GB" sz="16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390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to get information from an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76275" y="1368425"/>
            <a:ext cx="11515725" cy="4954588"/>
          </a:xfrm>
        </p:spPr>
        <p:txBody>
          <a:bodyPr/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Rectangle 4"/>
          <p:cNvSpPr/>
          <p:nvPr/>
        </p:nvSpPr>
        <p:spPr>
          <a:xfrm>
            <a:off x="1752600" y="1427392"/>
            <a:ext cx="8679420" cy="4739759"/>
          </a:xfrm>
          <a:prstGeom prst="rect">
            <a:avLst/>
          </a:prstGeom>
          <a:ln w="25400">
            <a:solidFill>
              <a:srgbClr val="004050"/>
            </a:solidFill>
          </a:ln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 </a:t>
            </a:r>
            <a:endParaRPr lang="en-GB" sz="16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     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="https://code.jquery.com/jquery-3.3.1.min.js"&gt;&lt;/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$(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() {</a:t>
            </a:r>
          </a:p>
          <a:p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$(</a:t>
            </a:r>
            <a:r>
              <a:rPr lang="en-GB" b="1" dirty="0">
                <a:solidFill>
                  <a:srgbClr val="A31515"/>
                </a:solidFill>
                <a:latin typeface="Consolas" panose="020B0609020204030204" pitchFamily="49" charset="0"/>
              </a:rPr>
              <a:t>"div"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).click(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(e) {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alert($(</a:t>
            </a:r>
            <a:r>
              <a:rPr lang="en-GB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e.target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).text());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GB" b="1" dirty="0">
                <a:solidFill>
                  <a:srgbClr val="008000"/>
                </a:solidFill>
                <a:latin typeface="Consolas" panose="020B0609020204030204" pitchFamily="49" charset="0"/>
              </a:rPr>
              <a:t>// or simply: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alert($(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).text());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});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});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</a:rPr>
              <a:t>id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="div1"&gt;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Click on this text!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725576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to get information from an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76275" y="1368425"/>
            <a:ext cx="11515725" cy="4954588"/>
          </a:xfrm>
        </p:spPr>
        <p:txBody>
          <a:bodyPr/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Rectangle 4"/>
          <p:cNvSpPr/>
          <p:nvPr/>
        </p:nvSpPr>
        <p:spPr>
          <a:xfrm>
            <a:off x="801460" y="1417212"/>
            <a:ext cx="10409034" cy="4278094"/>
          </a:xfrm>
          <a:prstGeom prst="rect">
            <a:avLst/>
          </a:prstGeom>
          <a:ln w="25400">
            <a:solidFill>
              <a:srgbClr val="004050"/>
            </a:solidFill>
          </a:ln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="https://code.jquery.com</a:t>
            </a:r>
            <a:r>
              <a:rPr lang="en-GB" sz="1600" b="1">
                <a:solidFill>
                  <a:srgbClr val="0000FF"/>
                </a:solidFill>
                <a:latin typeface="Consolas" panose="020B0609020204030204" pitchFamily="49" charset="0"/>
              </a:rPr>
              <a:t>/jquery-3.7.1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.min.js"&gt;&lt;/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$(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() {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$(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'#</a:t>
            </a:r>
            <a:r>
              <a:rPr lang="en-GB" sz="16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UKimage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).click(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(e) {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X =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e.pageX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- $(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).offset().left;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Y =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e.pageY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- $(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).offset().top;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alert(X + 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 , 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+ Y);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});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});</a:t>
            </a: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img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https://img.posterlounge.co.uk/images/l/1698693.jpg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alt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="UK map"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id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</a:t>
            </a:r>
            <a:r>
              <a:rPr lang="en-GB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UKimage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638037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4441E9-F8C3-40A3-A2FA-9D33A2A0C5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More events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B8BE3D-9597-47F4-BCE1-85C0536245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In this section we will go deeper into event handling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349643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There are lots of other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1273" y="1368256"/>
            <a:ext cx="3174087" cy="2060744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Hover,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keydown</a:t>
            </a:r>
            <a:r>
              <a:rPr lang="en-GB" dirty="0"/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keyup</a:t>
            </a:r>
            <a:r>
              <a:rPr lang="en-GB" dirty="0"/>
              <a:t>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keypress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focus,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focusin</a:t>
            </a:r>
            <a:r>
              <a:rPr lang="en-GB" dirty="0"/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focusout</a:t>
            </a:r>
            <a:r>
              <a:rPr lang="en-GB" dirty="0"/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mousemove</a:t>
            </a:r>
            <a:r>
              <a:rPr lang="en-GB" dirty="0"/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scroll...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0194" y="1390563"/>
            <a:ext cx="7433179" cy="4770537"/>
          </a:xfrm>
          <a:prstGeom prst="rect">
            <a:avLst/>
          </a:prstGeom>
          <a:ln w="25400">
            <a:solidFill>
              <a:srgbClr val="004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script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$(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() {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$(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'#image1'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mousemove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(e) {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</a:t>
            </a:r>
            <a:r>
              <a:rPr lang="en-GB" sz="16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var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X = 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e.pageX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- $(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this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).offset().left;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</a:t>
            </a:r>
            <a:r>
              <a:rPr lang="en-GB" sz="16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var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Y = 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e.pageY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- $(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this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).offset().top;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$(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"#div1"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).html(X + 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","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Y);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});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$(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'#image1'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mouseenter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(e) {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alert(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'Mouse over image detected'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});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$(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'#image1'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mouseout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(e) {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alert(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'Mouse leaving the image detected'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});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});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script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head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body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="div1"&gt;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move mouse over the image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dirty="0" err="1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img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="image1"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src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="team.jpg"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alt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="Team image"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/&gt;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143375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Events Bubbling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1272" y="1307296"/>
            <a:ext cx="11516239" cy="46707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Events bubble up through their containing elements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41439" y="1687086"/>
            <a:ext cx="8133278" cy="5047536"/>
          </a:xfrm>
          <a:prstGeom prst="rect">
            <a:avLst/>
          </a:prstGeom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script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$(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() {</a:t>
            </a:r>
          </a:p>
          <a:p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$(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"#div1"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).click(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(e) {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alert($(</a:t>
            </a:r>
            <a:r>
              <a:rPr lang="en-GB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e.target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</a:t>
            </a:r>
            <a:r>
              <a:rPr lang="en-GB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attr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'id'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+ 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 clicked showing in div1"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});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$(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"#div2"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).click(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(e) {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alert($(</a:t>
            </a:r>
            <a:r>
              <a:rPr lang="en-GB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e.target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</a:t>
            </a:r>
            <a:r>
              <a:rPr lang="en-GB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attr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'id'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+ 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 clicked showing in div2"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});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$(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"p"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).click(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(e) {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alert($(</a:t>
            </a:r>
            <a:r>
              <a:rPr lang="en-GB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e.target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</a:t>
            </a:r>
            <a:r>
              <a:rPr lang="en-GB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attr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'id'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+ 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 clicked"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});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});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script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head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body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="div1"&gt;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Outer div1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="div2"&gt;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inner div2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="p1"&gt;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Click here first (Paragraph in div2)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13B918-E0DF-4AD6-90F7-3AD184690A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2037" y="3015000"/>
            <a:ext cx="3148806" cy="1793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8016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Events Bubbling – Handling key presses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663744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Following code only allows </a:t>
            </a:r>
            <a:r>
              <a:rPr lang="en-GB" b="1" dirty="0"/>
              <a:t>numbers and '-' </a:t>
            </a:r>
            <a:r>
              <a:rPr lang="en-GB" dirty="0"/>
              <a:t>into any control in the </a:t>
            </a:r>
            <a:r>
              <a:rPr lang="en-GB" b="1" dirty="0"/>
              <a:t>#PhoneDiv</a:t>
            </a:r>
          </a:p>
        </p:txBody>
      </p:sp>
      <p:sp>
        <p:nvSpPr>
          <p:cNvPr id="3" name="Rectangle 2"/>
          <p:cNvSpPr/>
          <p:nvPr/>
        </p:nvSpPr>
        <p:spPr>
          <a:xfrm>
            <a:off x="2275186" y="2011044"/>
            <a:ext cx="8141108" cy="4278094"/>
          </a:xfrm>
          <a:prstGeom prst="rect">
            <a:avLst/>
          </a:prstGeom>
          <a:ln w="25400">
            <a:solidFill>
              <a:srgbClr val="004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script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$(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() {</a:t>
            </a:r>
          </a:p>
          <a:p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$(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'#</a:t>
            </a:r>
            <a:r>
              <a:rPr lang="en-GB" sz="16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PhoneDiv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keypress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(e) {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((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e.keyCode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 48 || 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e.keyCode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&gt; 57) </a:t>
            </a:r>
            <a:b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	&amp;&amp; 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e.keyCode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!= 45) 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{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false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}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});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});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script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&lt;/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head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body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</a:t>
            </a:r>
            <a:r>
              <a:rPr lang="en-GB" sz="16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PhoneDiv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span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Phone: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span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input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type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="text"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maxlength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="12"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/>
          </a:p>
        </p:txBody>
      </p:sp>
      <p:sp>
        <p:nvSpPr>
          <p:cNvPr id="6" name="Rounded Rectangular Callout 5"/>
          <p:cNvSpPr/>
          <p:nvPr/>
        </p:nvSpPr>
        <p:spPr bwMode="auto">
          <a:xfrm>
            <a:off x="6222725" y="4292967"/>
            <a:ext cx="3389915" cy="664689"/>
          </a:xfrm>
          <a:prstGeom prst="wedgeRoundRectCallout">
            <a:avLst>
              <a:gd name="adj1" fmla="val -64018"/>
              <a:gd name="adj2" fmla="val -62502"/>
              <a:gd name="adj3" fmla="val 16667"/>
            </a:avLst>
          </a:prstGeom>
          <a:solidFill>
            <a:schemeClr val="lt1"/>
          </a:solidFill>
          <a:ln w="25400">
            <a:solidFill>
              <a:srgbClr val="09EDB8"/>
            </a:solidFill>
            <a:headEnd type="none" w="med" len="med"/>
            <a:tailEnd type="none" w="med" len="med"/>
          </a:ln>
          <a:effectLst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vert="horz" wrap="square" lIns="84406" tIns="42203" rIns="84406" bIns="42203" numCol="1" rtlCol="0" anchor="t" anchorCtr="0" compatLnSpc="1">
            <a:prstTxWarp prst="textNoShape">
              <a:avLst/>
            </a:prstTxWarp>
          </a:bodyPr>
          <a:lstStyle/>
          <a:p>
            <a:pPr algn="ctr" defTabSz="844083" eaLnBrk="0" hangingPunct="0"/>
            <a:r>
              <a:rPr lang="en-GB" sz="1477" b="1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Stop event bubbling and inhibit typing the last character</a:t>
            </a:r>
          </a:p>
        </p:txBody>
      </p:sp>
    </p:spTree>
    <p:extLst>
      <p:ext uri="{BB962C8B-B14F-4D97-AF65-F5344CB8AC3E}">
        <p14:creationId xmlns:p14="http://schemas.microsoft.com/office/powerpoint/2010/main" val="1970742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AB9A3B-4671-414B-ABA1-54717E6938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Summary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910FC-75F2-4013-8C86-DED609A5556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b="1" dirty="0"/>
              <a:t>In this chapter you learned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What events are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Different types of events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How to create event handlers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How to capture information from events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How events bubble up through the DOM hierarchy</a:t>
            </a:r>
          </a:p>
          <a:p>
            <a:pPr marL="342900" indent="-342900"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09492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C6DE7-9125-4425-982C-AD9EF7283B0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Please do the labs for this chapter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Duration 35 minutes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441084-44A7-4C76-9ACE-CDAC680490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Lab – Part 1 &amp; 2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024759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861ba5a240904b86632099fc56e12dead204a13"/>
</p:tagLst>
</file>

<file path=ppt/theme/theme1.xml><?xml version="1.0" encoding="utf-8"?>
<a:theme xmlns:a="http://schemas.openxmlformats.org/drawingml/2006/main" name="Master">
  <a:themeElements>
    <a:clrScheme name="QA Branding Custom Colour Set">
      <a:dk1>
        <a:srgbClr val="004050"/>
      </a:dk1>
      <a:lt1>
        <a:srgbClr val="FFFFFF"/>
      </a:lt1>
      <a:dk2>
        <a:srgbClr val="00EDB5"/>
      </a:dk2>
      <a:lt2>
        <a:srgbClr val="FFFFFF"/>
      </a:lt2>
      <a:accent1>
        <a:srgbClr val="004050"/>
      </a:accent1>
      <a:accent2>
        <a:srgbClr val="00EDB5"/>
      </a:accent2>
      <a:accent3>
        <a:srgbClr val="7F007D"/>
      </a:accent3>
      <a:accent4>
        <a:srgbClr val="FF004C"/>
      </a:accent4>
      <a:accent5>
        <a:srgbClr val="F8D237"/>
      </a:accent5>
      <a:accent6>
        <a:srgbClr val="F3612C"/>
      </a:accent6>
      <a:hlink>
        <a:srgbClr val="004050"/>
      </a:hlink>
      <a:folHlink>
        <a:srgbClr val="00EDB5"/>
      </a:folHlink>
    </a:clrScheme>
    <a:fontScheme name="QA Brand Fonts 2019">
      <a:majorFont>
        <a:latin typeface="Krana Fat B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 anchor="t" anchorCtr="0">
        <a:normAutofit/>
      </a:bodyPr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rainer Slidedeck Template DRAFT v0.1" id="{7AC1CA74-4441-42CA-9897-72DF6ED83A1A}" vid="{6017FA94-E546-4DB4-BF25-6AABB84AA0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ookTypeField0 xmlns="B42EA499-AA80-4ED5-9ED5-37A17D3EB549">
      <Terms xmlns="http://schemas.microsoft.com/office/infopath/2007/PartnerControls"/>
    </BookTypeField0>
    <IsBuildFile xmlns="B42EA499-AA80-4ED5-9ED5-37A17D3EB549" xsi:nil="true"/>
    <SequenceNumber xmlns="B42EA499-AA80-4ED5-9ED5-37A17D3EB54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Courseware" ma:contentTypeID="0x010100F0967B7CEE8D417F966757887D9466FB005CB7CECC996A5B448C70C3215DE65491" ma:contentTypeVersion="0" ma:contentTypeDescription="Base content type which represents courseware documents" ma:contentTypeScope="" ma:versionID="633ed7bf8a9769dc10b8af609c2e65e8">
  <xsd:schema xmlns:xsd="http://www.w3.org/2001/XMLSchema" xmlns:xs="http://www.w3.org/2001/XMLSchema" xmlns:p="http://schemas.microsoft.com/office/2006/metadata/properties" xmlns:ns2="B42EA499-AA80-4ED5-9ED5-37A17D3EB549" targetNamespace="http://schemas.microsoft.com/office/2006/metadata/properties" ma:root="true" ma:fieldsID="6641bdc0935a9ffdc34b1682c1e0febc" ns2:_="">
    <xsd:import namespace="B42EA499-AA80-4ED5-9ED5-37A17D3EB549"/>
    <xsd:element name="properties">
      <xsd:complexType>
        <xsd:sequence>
          <xsd:element name="documentManagement">
            <xsd:complexType>
              <xsd:all>
                <xsd:element ref="ns2:BookTypeField0" minOccurs="0"/>
                <xsd:element ref="ns2:SequenceNumber" minOccurs="0"/>
                <xsd:element ref="ns2:IsBuildFil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2EA499-AA80-4ED5-9ED5-37A17D3EB549" elementFormDefault="qualified">
    <xsd:import namespace="http://schemas.microsoft.com/office/2006/documentManagement/types"/>
    <xsd:import namespace="http://schemas.microsoft.com/office/infopath/2007/PartnerControls"/>
    <xsd:element name="BookTypeField0" ma:index="9" nillable="true" ma:taxonomy="true" ma:internalName="BookTypeField0" ma:taxonomyFieldName="BookType" ma:displayName="Book Type" ma:fieldId="{e7c6b654-e04e-4e45-9cfd-676dbef3a3c6}" ma:sspId="63102202-80dd-4165-b1ca-d09cf2756dc1" ma:termSetId="3300959e-7346-4208-831a-90b552f1677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equenceNumber" ma:index="10" nillable="true" ma:displayName="Sequence Number" ma:decimals="0" ma:internalName="SequenceNumber">
      <xsd:simpleType>
        <xsd:restriction base="dms:Number"/>
      </xsd:simpleType>
    </xsd:element>
    <xsd:element name="IsBuildFile" ma:index="11" nillable="true" ma:displayName="Is Build File" ma:hidden="true" ma:internalName="IsBuildFil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1AFDEE6-0DD0-4552-9763-2F1314FC5107}">
  <ds:schemaRefs>
    <ds:schemaRef ds:uri="http://schemas.microsoft.com/office/2006/metadata/properties"/>
    <ds:schemaRef ds:uri="http://schemas.microsoft.com/office/infopath/2007/PartnerControls"/>
    <ds:schemaRef ds:uri="B42EA499-AA80-4ED5-9ED5-37A17D3EB549"/>
  </ds:schemaRefs>
</ds:datastoreItem>
</file>

<file path=customXml/itemProps2.xml><?xml version="1.0" encoding="utf-8"?>
<ds:datastoreItem xmlns:ds="http://schemas.openxmlformats.org/officeDocument/2006/customXml" ds:itemID="{D989BA19-25A7-4EE5-94FF-35763DB61D6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4095CE9-ECF8-453B-A3BA-394EBCA563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2EA499-AA80-4ED5-9ED5-37A17D3EB5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1096</Words>
  <Application>Microsoft Office PowerPoint</Application>
  <PresentationFormat>Widescreen</PresentationFormat>
  <Paragraphs>201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Consolas</vt:lpstr>
      <vt:lpstr>Krana Fat B</vt:lpstr>
      <vt:lpstr>Montserrat</vt:lpstr>
      <vt:lpstr>Wingdings</vt:lpstr>
      <vt:lpstr>Master</vt:lpstr>
      <vt:lpstr>Web Development</vt:lpstr>
      <vt:lpstr>jQuery  Events</vt:lpstr>
      <vt:lpstr>PowerPoint Presentation</vt:lpstr>
      <vt:lpstr>Events</vt:lpstr>
      <vt:lpstr>How to setup events using Jquery</vt:lpstr>
      <vt:lpstr>How to get information from an event</vt:lpstr>
      <vt:lpstr>How to get information from an event</vt:lpstr>
      <vt:lpstr>PowerPoint Presentation</vt:lpstr>
      <vt:lpstr>There are lots of other events</vt:lpstr>
      <vt:lpstr>Events Bubbling</vt:lpstr>
      <vt:lpstr>Events Bubbling – Handling key presses</vt:lpstr>
      <vt:lpstr>PowerPoint Presentation</vt:lpstr>
      <vt:lpstr>PowerPoint Presentation</vt:lpstr>
    </vt:vector>
  </TitlesOfParts>
  <Manager/>
  <Company>QA Ltd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Singh, Vaishali</dc:creator>
  <cp:keywords/>
  <dc:description/>
  <cp:lastModifiedBy>Baradaran, Mike</cp:lastModifiedBy>
  <cp:revision>158</cp:revision>
  <cp:lastPrinted>2019-07-03T09:46:41Z</cp:lastPrinted>
  <dcterms:created xsi:type="dcterms:W3CDTF">2019-09-05T08:17:12Z</dcterms:created>
  <dcterms:modified xsi:type="dcterms:W3CDTF">2025-02-13T13:40:32Z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0x010100F0967B7CEE8D417F966757887D9466FB005CB7CECC996A5B448C70C3215DE65491</vt:lpwstr>
  </property>
</Properties>
</file>