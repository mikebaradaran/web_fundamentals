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4"/>
  </p:notesMasterIdLst>
  <p:handoutMasterIdLst>
    <p:handoutMasterId r:id="rId15"/>
  </p:handoutMasterIdLst>
  <p:sldIdLst>
    <p:sldId id="263" r:id="rId5"/>
    <p:sldId id="483" r:id="rId6"/>
    <p:sldId id="563" r:id="rId7"/>
    <p:sldId id="484" r:id="rId8"/>
    <p:sldId id="485" r:id="rId9"/>
    <p:sldId id="486" r:id="rId10"/>
    <p:sldId id="565" r:id="rId11"/>
    <p:sldId id="564" r:id="rId12"/>
    <p:sldId id="487" r:id="rId13"/>
  </p:sldIdLst>
  <p:sldSz cx="12192000" cy="6858000"/>
  <p:notesSz cx="6645275" cy="9775825"/>
  <p:custDataLst>
    <p:tags r:id="rId16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840" userDrawn="1">
          <p15:clr>
            <a:srgbClr val="A4A3A4"/>
          </p15:clr>
        </p15:guide>
        <p15:guide id="2" orient="horz" pos="377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Barrow, Joshua" initials="BJ" lastIdx="30" clrIdx="0">
    <p:extLst>
      <p:ext uri="{19B8F6BF-5375-455C-9EA6-DF929625EA0E}">
        <p15:presenceInfo xmlns:p15="http://schemas.microsoft.com/office/powerpoint/2012/main" userId="S-1-5-21-3476036342-1731177862-1559577602-51474" providerId="AD"/>
      </p:ext>
    </p:extLst>
  </p:cmAuthor>
  <p:cmAuthor id="2" name="Singh, Vaishali" initials="SV" lastIdx="7" clrIdx="1">
    <p:extLst>
      <p:ext uri="{19B8F6BF-5375-455C-9EA6-DF929625EA0E}">
        <p15:presenceInfo xmlns:p15="http://schemas.microsoft.com/office/powerpoint/2012/main" userId="S-1-5-21-3476036342-1731177862-1559577602-15527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4050"/>
    <a:srgbClr val="7E007C"/>
    <a:srgbClr val="09EDB8"/>
    <a:srgbClr val="F91258"/>
    <a:srgbClr val="28CFF9"/>
    <a:srgbClr val="F3622C"/>
    <a:srgbClr val="31D3AE"/>
    <a:srgbClr val="F3F3F3"/>
    <a:srgbClr val="F4F4F4"/>
    <a:srgbClr val="3D6E7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621" autoAdjust="0"/>
    <p:restoredTop sz="90231" autoAdjust="0"/>
  </p:normalViewPr>
  <p:slideViewPr>
    <p:cSldViewPr snapToGrid="0" snapToObjects="1" showGuides="1">
      <p:cViewPr varScale="1">
        <p:scale>
          <a:sx n="75" d="100"/>
          <a:sy n="75" d="100"/>
        </p:scale>
        <p:origin x="1267" y="43"/>
      </p:cViewPr>
      <p:guideLst>
        <p:guide pos="3840"/>
        <p:guide orient="horz" pos="377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 snapToObjects="1" showGuides="1">
      <p:cViewPr varScale="1">
        <p:scale>
          <a:sx n="82" d="100"/>
          <a:sy n="82" d="100"/>
        </p:scale>
        <p:origin x="4008" y="8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commentAuthors" Target="commentAuthors.xml"/><Relationship Id="rId2" Type="http://schemas.openxmlformats.org/officeDocument/2006/relationships/customXml" Target="../customXml/item2.xml"/><Relationship Id="rId16" Type="http://schemas.openxmlformats.org/officeDocument/2006/relationships/tags" Target="tags/tag1.xml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6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1"/>
            <a:ext cx="2879725" cy="4905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763964" y="1"/>
            <a:ext cx="2879725" cy="4905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6D088FE-3E68-47FE-8BA4-634CD34BABBC}" type="datetimeFigureOut">
              <a:rPr lang="en-GB" smtClean="0"/>
              <a:pPr/>
              <a:t>08/09/2022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1" y="9285289"/>
            <a:ext cx="2879725" cy="490536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763964" y="9285289"/>
            <a:ext cx="2879725" cy="490536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9B31C5D-0DE0-4486-9782-41885BE58160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93082546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2879619" cy="490489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Montserrat" panose="00000500000000000000" pitchFamily="2" charset="0"/>
              </a:defRPr>
            </a:lvl1pPr>
          </a:lstStyle>
          <a:p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764119" y="0"/>
            <a:ext cx="2879619" cy="490489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Montserrat" panose="00000500000000000000" pitchFamily="2" charset="0"/>
              </a:defRPr>
            </a:lvl1pPr>
          </a:lstStyle>
          <a:p>
            <a:fld id="{1D6B66C6-1E92-0F4E-A300-9D4ED1F0C23F}" type="datetimeFigureOut">
              <a:rPr lang="en-GB" smtClean="0"/>
              <a:pPr/>
              <a:t>08/09/2022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8938" y="1220788"/>
            <a:ext cx="5867400" cy="330041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64528" y="4704617"/>
            <a:ext cx="5316220" cy="3849231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1" y="9285339"/>
            <a:ext cx="2879619" cy="4904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Montserrat" panose="00000500000000000000" pitchFamily="2" charset="0"/>
              </a:defRPr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764119" y="9285339"/>
            <a:ext cx="2879619" cy="4904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Montserrat" panose="00000500000000000000" pitchFamily="2" charset="0"/>
              </a:defRPr>
            </a:lvl1pPr>
          </a:lstStyle>
          <a:p>
            <a:fld id="{548901C6-1DA1-FB44-ABEE-06A0FEB7738E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27674794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Montserrat" panose="00000500000000000000" pitchFamily="2" charset="0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Montserrat" panose="00000500000000000000" pitchFamily="2" charset="0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Montserrat" panose="00000500000000000000" pitchFamily="2" charset="0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Montserrat" panose="00000500000000000000" pitchFamily="2" charset="0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Montserrat" panose="00000500000000000000" pitchFamily="2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Slide Image Placeholder 6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2531" name="Notes Placeholder 7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7327562-4990-4AE6-B02B-097422C0A97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8901C6-1DA1-FB44-ABEE-06A0FEB7738E}" type="slidenum">
              <a:rPr lang="en-GB" smtClean="0"/>
              <a:pPr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9753169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8901C6-1DA1-FB44-ABEE-06A0FEB7738E}" type="slidenum">
              <a:rPr lang="en-GB" smtClean="0"/>
              <a:pPr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4314741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8901C6-1DA1-FB44-ABEE-06A0FEB7738E}" type="slidenum">
              <a:rPr lang="en-GB" smtClean="0"/>
              <a:pPr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1838216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8901C6-1DA1-FB44-ABEE-06A0FEB7738E}" type="slidenum">
              <a:rPr lang="en-GB" smtClean="0"/>
              <a:pPr/>
              <a:t>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9440756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8901C6-1DA1-FB44-ABEE-06A0FEB7738E}" type="slidenum">
              <a:rPr lang="en-GB" smtClean="0"/>
              <a:pPr/>
              <a:t>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6368616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8901C6-1DA1-FB44-ABEE-06A0FEB7738E}" type="slidenum">
              <a:rPr lang="en-GB" smtClean="0"/>
              <a:pPr/>
              <a:t>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8672935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8901C6-1DA1-FB44-ABEE-06A0FEB7738E}" type="slidenum">
              <a:rPr lang="en-GB" smtClean="0"/>
              <a:pPr/>
              <a:t>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9559785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8901C6-1DA1-FB44-ABEE-06A0FEB7738E}" type="slidenum">
              <a:rPr lang="en-GB" smtClean="0"/>
              <a:pPr/>
              <a:t>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156310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sv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sv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sv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svg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svg"/></Relationships>
</file>

<file path=ppt/slideLayouts/_rels/slideLayout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Q&amp;A/what's next">
    <p:bg>
      <p:bgPr>
        <a:solidFill>
          <a:srgbClr val="EDCD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135880" y="0"/>
            <a:ext cx="7056120" cy="6858000"/>
          </a:xfrm>
          <a:prstGeom prst="rect">
            <a:avLst/>
          </a:prstGeom>
        </p:spPr>
      </p:pic>
      <p:pic>
        <p:nvPicPr>
          <p:cNvPr id="6" name="Graphic 29">
            <a:extLst>
              <a:ext uri="{FF2B5EF4-FFF2-40B4-BE49-F238E27FC236}">
                <a16:creationId xmlns:a16="http://schemas.microsoft.com/office/drawing/2014/main" id="{572E6A4A-143B-E94B-A1BF-29C50E635AE7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0900" y="302477"/>
            <a:ext cx="2643023" cy="1610367"/>
          </a:xfrm>
          <a:prstGeom prst="rect">
            <a:avLst/>
          </a:prstGeom>
        </p:spPr>
      </p:pic>
      <p:sp>
        <p:nvSpPr>
          <p:cNvPr id="7" name="Text Placeholder 6"/>
          <p:cNvSpPr>
            <a:spLocks noGrp="1"/>
          </p:cNvSpPr>
          <p:nvPr>
            <p:ph type="body" sz="quarter" idx="12" hasCustomPrompt="1"/>
          </p:nvPr>
        </p:nvSpPr>
        <p:spPr>
          <a:xfrm>
            <a:off x="385300" y="5306004"/>
            <a:ext cx="3534471" cy="1186921"/>
          </a:xfr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15000"/>
              <a:buFontTx/>
              <a:buNone/>
              <a:tabLst/>
              <a:defRPr sz="1600" b="0"/>
            </a:lvl1pPr>
            <a:lvl2pPr marL="374650" indent="-285750">
              <a:buFont typeface="Arial" panose="020B0604020202020204" pitchFamily="34" charset="0"/>
              <a:buChar char="•"/>
              <a:defRPr/>
            </a:lvl2pPr>
            <a:lvl3pPr marL="88900" indent="0">
              <a:buNone/>
              <a:defRPr/>
            </a:lvl3pPr>
            <a:lvl4pPr marL="88900" indent="0">
              <a:buNone/>
              <a:defRPr/>
            </a:lvl4pPr>
            <a:lvl5pPr marL="88900" indent="0">
              <a:buNone/>
              <a:defRPr/>
            </a:lvl5pPr>
          </a:lstStyle>
          <a:p>
            <a:pPr lvl="0"/>
            <a:r>
              <a:rPr lang="en-US" dirty="0"/>
              <a:t>Edit text</a:t>
            </a:r>
          </a:p>
        </p:txBody>
      </p:sp>
      <p:sp>
        <p:nvSpPr>
          <p:cNvPr id="16" name="Title 1">
            <a:extLst>
              <a:ext uri="{FF2B5EF4-FFF2-40B4-BE49-F238E27FC236}">
                <a16:creationId xmlns:a16="http://schemas.microsoft.com/office/drawing/2014/main" id="{EBBB6D40-B4C9-8B4A-B2A6-126F6490637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85301" y="1914129"/>
            <a:ext cx="3592020" cy="2277604"/>
          </a:xfrm>
        </p:spPr>
        <p:txBody>
          <a:bodyPr anchor="b" anchorCtr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noProof="0" dirty="0"/>
              <a:t>CLICK TO EDIT TITLE</a:t>
            </a:r>
            <a:endParaRPr lang="en-GB" noProof="0" dirty="0"/>
          </a:p>
        </p:txBody>
      </p:sp>
      <p:grpSp>
        <p:nvGrpSpPr>
          <p:cNvPr id="24" name="Group 23"/>
          <p:cNvGrpSpPr/>
          <p:nvPr userDrawn="1"/>
        </p:nvGrpSpPr>
        <p:grpSpPr>
          <a:xfrm>
            <a:off x="-1420" y="3503895"/>
            <a:ext cx="6359624" cy="2437013"/>
            <a:chOff x="-1420" y="3503895"/>
            <a:chExt cx="6359624" cy="2437013"/>
          </a:xfrm>
          <a:solidFill>
            <a:srgbClr val="004050"/>
          </a:solidFill>
        </p:grpSpPr>
        <p:sp>
          <p:nvSpPr>
            <p:cNvPr id="25" name="Freeform 24">
              <a:extLst>
                <a:ext uri="{FF2B5EF4-FFF2-40B4-BE49-F238E27FC236}">
                  <a16:creationId xmlns:a16="http://schemas.microsoft.com/office/drawing/2014/main" id="{2F450B4C-241D-A544-BBEF-175E01D6A139}"/>
                </a:ext>
              </a:extLst>
            </p:cNvPr>
            <p:cNvSpPr/>
            <p:nvPr userDrawn="1"/>
          </p:nvSpPr>
          <p:spPr>
            <a:xfrm>
              <a:off x="-1420" y="3503895"/>
              <a:ext cx="5273560" cy="1035156"/>
            </a:xfrm>
            <a:custGeom>
              <a:avLst/>
              <a:gdLst>
                <a:gd name="connsiteX0" fmla="*/ 749871 w 749300"/>
                <a:gd name="connsiteY0" fmla="*/ 248186 h 247650"/>
                <a:gd name="connsiteX1" fmla="*/ 0 w 749300"/>
                <a:gd name="connsiteY1" fmla="*/ 248186 h 247650"/>
                <a:gd name="connsiteX2" fmla="*/ 0 w 749300"/>
                <a:gd name="connsiteY2" fmla="*/ 192497 h 247650"/>
                <a:gd name="connsiteX3" fmla="*/ 603885 w 749300"/>
                <a:gd name="connsiteY3" fmla="*/ 192497 h 247650"/>
                <a:gd name="connsiteX4" fmla="*/ 457200 w 749300"/>
                <a:gd name="connsiteY4" fmla="*/ 219 h 247650"/>
                <a:gd name="connsiteX5" fmla="*/ 515239 w 749300"/>
                <a:gd name="connsiteY5" fmla="*/ 219 h 247650"/>
                <a:gd name="connsiteX6" fmla="*/ 535495 w 749300"/>
                <a:gd name="connsiteY6" fmla="*/ 12347 h 247650"/>
                <a:gd name="connsiteX7" fmla="*/ 600011 w 749300"/>
                <a:gd name="connsiteY7" fmla="*/ 105057 h 247650"/>
                <a:gd name="connsiteX8" fmla="*/ 744030 w 749300"/>
                <a:gd name="connsiteY8" fmla="*/ 242090 h 247650"/>
                <a:gd name="connsiteX9" fmla="*/ 749236 w 749300"/>
                <a:gd name="connsiteY9" fmla="*/ 246535 h 247650"/>
                <a:gd name="connsiteX10" fmla="*/ 749871 w 749300"/>
                <a:gd name="connsiteY10" fmla="*/ 248186 h 247650"/>
                <a:gd name="connsiteX0" fmla="*/ 1670881 w 1670881"/>
                <a:gd name="connsiteY0" fmla="*/ 248186 h 248186"/>
                <a:gd name="connsiteX1" fmla="*/ 921010 w 1670881"/>
                <a:gd name="connsiteY1" fmla="*/ 248186 h 248186"/>
                <a:gd name="connsiteX2" fmla="*/ 0 w 1670881"/>
                <a:gd name="connsiteY2" fmla="*/ 192497 h 248186"/>
                <a:gd name="connsiteX3" fmla="*/ 1524895 w 1670881"/>
                <a:gd name="connsiteY3" fmla="*/ 192497 h 248186"/>
                <a:gd name="connsiteX4" fmla="*/ 1378210 w 1670881"/>
                <a:gd name="connsiteY4" fmla="*/ 219 h 248186"/>
                <a:gd name="connsiteX5" fmla="*/ 1436249 w 1670881"/>
                <a:gd name="connsiteY5" fmla="*/ 219 h 248186"/>
                <a:gd name="connsiteX6" fmla="*/ 1456505 w 1670881"/>
                <a:gd name="connsiteY6" fmla="*/ 12347 h 248186"/>
                <a:gd name="connsiteX7" fmla="*/ 1521021 w 1670881"/>
                <a:gd name="connsiteY7" fmla="*/ 105057 h 248186"/>
                <a:gd name="connsiteX8" fmla="*/ 1665040 w 1670881"/>
                <a:gd name="connsiteY8" fmla="*/ 242090 h 248186"/>
                <a:gd name="connsiteX9" fmla="*/ 1670246 w 1670881"/>
                <a:gd name="connsiteY9" fmla="*/ 246535 h 248186"/>
                <a:gd name="connsiteX10" fmla="*/ 1670881 w 1670881"/>
                <a:gd name="connsiteY10" fmla="*/ 248186 h 248186"/>
                <a:gd name="connsiteX0" fmla="*/ 1670881 w 1670881"/>
                <a:gd name="connsiteY0" fmla="*/ 248186 h 248186"/>
                <a:gd name="connsiteX1" fmla="*/ 1324 w 1670881"/>
                <a:gd name="connsiteY1" fmla="*/ 248186 h 248186"/>
                <a:gd name="connsiteX2" fmla="*/ 0 w 1670881"/>
                <a:gd name="connsiteY2" fmla="*/ 192497 h 248186"/>
                <a:gd name="connsiteX3" fmla="*/ 1524895 w 1670881"/>
                <a:gd name="connsiteY3" fmla="*/ 192497 h 248186"/>
                <a:gd name="connsiteX4" fmla="*/ 1378210 w 1670881"/>
                <a:gd name="connsiteY4" fmla="*/ 219 h 248186"/>
                <a:gd name="connsiteX5" fmla="*/ 1436249 w 1670881"/>
                <a:gd name="connsiteY5" fmla="*/ 219 h 248186"/>
                <a:gd name="connsiteX6" fmla="*/ 1456505 w 1670881"/>
                <a:gd name="connsiteY6" fmla="*/ 12347 h 248186"/>
                <a:gd name="connsiteX7" fmla="*/ 1521021 w 1670881"/>
                <a:gd name="connsiteY7" fmla="*/ 105057 h 248186"/>
                <a:gd name="connsiteX8" fmla="*/ 1665040 w 1670881"/>
                <a:gd name="connsiteY8" fmla="*/ 242090 h 248186"/>
                <a:gd name="connsiteX9" fmla="*/ 1670246 w 1670881"/>
                <a:gd name="connsiteY9" fmla="*/ 246535 h 248186"/>
                <a:gd name="connsiteX10" fmla="*/ 1670881 w 1670881"/>
                <a:gd name="connsiteY10" fmla="*/ 248186 h 248186"/>
                <a:gd name="connsiteX0" fmla="*/ 1669638 w 1669638"/>
                <a:gd name="connsiteY0" fmla="*/ 248186 h 248186"/>
                <a:gd name="connsiteX1" fmla="*/ 81 w 1669638"/>
                <a:gd name="connsiteY1" fmla="*/ 248186 h 248186"/>
                <a:gd name="connsiteX2" fmla="*/ 742 w 1669638"/>
                <a:gd name="connsiteY2" fmla="*/ 192497 h 248186"/>
                <a:gd name="connsiteX3" fmla="*/ 1523652 w 1669638"/>
                <a:gd name="connsiteY3" fmla="*/ 192497 h 248186"/>
                <a:gd name="connsiteX4" fmla="*/ 1376967 w 1669638"/>
                <a:gd name="connsiteY4" fmla="*/ 219 h 248186"/>
                <a:gd name="connsiteX5" fmla="*/ 1435006 w 1669638"/>
                <a:gd name="connsiteY5" fmla="*/ 219 h 248186"/>
                <a:gd name="connsiteX6" fmla="*/ 1455262 w 1669638"/>
                <a:gd name="connsiteY6" fmla="*/ 12347 h 248186"/>
                <a:gd name="connsiteX7" fmla="*/ 1519778 w 1669638"/>
                <a:gd name="connsiteY7" fmla="*/ 105057 h 248186"/>
                <a:gd name="connsiteX8" fmla="*/ 1663797 w 1669638"/>
                <a:gd name="connsiteY8" fmla="*/ 242090 h 248186"/>
                <a:gd name="connsiteX9" fmla="*/ 1669003 w 1669638"/>
                <a:gd name="connsiteY9" fmla="*/ 246535 h 248186"/>
                <a:gd name="connsiteX10" fmla="*/ 1669638 w 1669638"/>
                <a:gd name="connsiteY10" fmla="*/ 248186 h 248186"/>
                <a:gd name="connsiteX0" fmla="*/ 1668896 w 1668896"/>
                <a:gd name="connsiteY0" fmla="*/ 248186 h 248186"/>
                <a:gd name="connsiteX1" fmla="*/ 331 w 1668896"/>
                <a:gd name="connsiteY1" fmla="*/ 247193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  <a:gd name="connsiteX0" fmla="*/ 1669638 w 1669638"/>
                <a:gd name="connsiteY0" fmla="*/ 248186 h 248186"/>
                <a:gd name="connsiteX1" fmla="*/ 80 w 1669638"/>
                <a:gd name="connsiteY1" fmla="*/ 247193 h 248186"/>
                <a:gd name="connsiteX2" fmla="*/ 742 w 1669638"/>
                <a:gd name="connsiteY2" fmla="*/ 192497 h 248186"/>
                <a:gd name="connsiteX3" fmla="*/ 1523652 w 1669638"/>
                <a:gd name="connsiteY3" fmla="*/ 192497 h 248186"/>
                <a:gd name="connsiteX4" fmla="*/ 1376967 w 1669638"/>
                <a:gd name="connsiteY4" fmla="*/ 219 h 248186"/>
                <a:gd name="connsiteX5" fmla="*/ 1435006 w 1669638"/>
                <a:gd name="connsiteY5" fmla="*/ 219 h 248186"/>
                <a:gd name="connsiteX6" fmla="*/ 1455262 w 1669638"/>
                <a:gd name="connsiteY6" fmla="*/ 12347 h 248186"/>
                <a:gd name="connsiteX7" fmla="*/ 1519778 w 1669638"/>
                <a:gd name="connsiteY7" fmla="*/ 105057 h 248186"/>
                <a:gd name="connsiteX8" fmla="*/ 1663797 w 1669638"/>
                <a:gd name="connsiteY8" fmla="*/ 242090 h 248186"/>
                <a:gd name="connsiteX9" fmla="*/ 1669003 w 1669638"/>
                <a:gd name="connsiteY9" fmla="*/ 246535 h 248186"/>
                <a:gd name="connsiteX10" fmla="*/ 1669638 w 1669638"/>
                <a:gd name="connsiteY10" fmla="*/ 248186 h 248186"/>
                <a:gd name="connsiteX0" fmla="*/ 1668896 w 1668896"/>
                <a:gd name="connsiteY0" fmla="*/ 248186 h 248186"/>
                <a:gd name="connsiteX1" fmla="*/ 331 w 1668896"/>
                <a:gd name="connsiteY1" fmla="*/ 248186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  <a:gd name="connsiteX0" fmla="*/ 1668896 w 1668896"/>
                <a:gd name="connsiteY0" fmla="*/ 248186 h 248186"/>
                <a:gd name="connsiteX1" fmla="*/ 405622 w 1668896"/>
                <a:gd name="connsiteY1" fmla="*/ 248186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  <a:gd name="connsiteX0" fmla="*/ 1264176 w 1264176"/>
                <a:gd name="connsiteY0" fmla="*/ 248186 h 248186"/>
                <a:gd name="connsiteX1" fmla="*/ 902 w 1264176"/>
                <a:gd name="connsiteY1" fmla="*/ 248186 h 248186"/>
                <a:gd name="connsiteX2" fmla="*/ 0 w 1264176"/>
                <a:gd name="connsiteY2" fmla="*/ 193068 h 248186"/>
                <a:gd name="connsiteX3" fmla="*/ 1118190 w 1264176"/>
                <a:gd name="connsiteY3" fmla="*/ 192497 h 248186"/>
                <a:gd name="connsiteX4" fmla="*/ 971505 w 1264176"/>
                <a:gd name="connsiteY4" fmla="*/ 219 h 248186"/>
                <a:gd name="connsiteX5" fmla="*/ 1029544 w 1264176"/>
                <a:gd name="connsiteY5" fmla="*/ 219 h 248186"/>
                <a:gd name="connsiteX6" fmla="*/ 1049800 w 1264176"/>
                <a:gd name="connsiteY6" fmla="*/ 12347 h 248186"/>
                <a:gd name="connsiteX7" fmla="*/ 1114316 w 1264176"/>
                <a:gd name="connsiteY7" fmla="*/ 105057 h 248186"/>
                <a:gd name="connsiteX8" fmla="*/ 1258335 w 1264176"/>
                <a:gd name="connsiteY8" fmla="*/ 242090 h 248186"/>
                <a:gd name="connsiteX9" fmla="*/ 1263541 w 1264176"/>
                <a:gd name="connsiteY9" fmla="*/ 246535 h 248186"/>
                <a:gd name="connsiteX10" fmla="*/ 1264176 w 1264176"/>
                <a:gd name="connsiteY10" fmla="*/ 248186 h 248186"/>
                <a:gd name="connsiteX0" fmla="*/ 1264176 w 1264176"/>
                <a:gd name="connsiteY0" fmla="*/ 248186 h 248186"/>
                <a:gd name="connsiteX1" fmla="*/ 902 w 1264176"/>
                <a:gd name="connsiteY1" fmla="*/ 248186 h 248186"/>
                <a:gd name="connsiteX2" fmla="*/ 0 w 1264176"/>
                <a:gd name="connsiteY2" fmla="*/ 193068 h 248186"/>
                <a:gd name="connsiteX3" fmla="*/ 1118190 w 1264176"/>
                <a:gd name="connsiteY3" fmla="*/ 192497 h 248186"/>
                <a:gd name="connsiteX4" fmla="*/ 971505 w 1264176"/>
                <a:gd name="connsiteY4" fmla="*/ 219 h 248186"/>
                <a:gd name="connsiteX5" fmla="*/ 1029544 w 1264176"/>
                <a:gd name="connsiteY5" fmla="*/ 219 h 248186"/>
                <a:gd name="connsiteX6" fmla="*/ 1049800 w 1264176"/>
                <a:gd name="connsiteY6" fmla="*/ 12347 h 248186"/>
                <a:gd name="connsiteX7" fmla="*/ 1114316 w 1264176"/>
                <a:gd name="connsiteY7" fmla="*/ 105057 h 248186"/>
                <a:gd name="connsiteX8" fmla="*/ 1258335 w 1264176"/>
                <a:gd name="connsiteY8" fmla="*/ 242090 h 248186"/>
                <a:gd name="connsiteX9" fmla="*/ 1263541 w 1264176"/>
                <a:gd name="connsiteY9" fmla="*/ 246535 h 248186"/>
                <a:gd name="connsiteX10" fmla="*/ 1264176 w 1264176"/>
                <a:gd name="connsiteY10" fmla="*/ 248186 h 248186"/>
                <a:gd name="connsiteX0" fmla="*/ 1264176 w 1264176"/>
                <a:gd name="connsiteY0" fmla="*/ 248186 h 248186"/>
                <a:gd name="connsiteX1" fmla="*/ 902 w 1264176"/>
                <a:gd name="connsiteY1" fmla="*/ 248186 h 248186"/>
                <a:gd name="connsiteX2" fmla="*/ 0 w 1264176"/>
                <a:gd name="connsiteY2" fmla="*/ 193068 h 248186"/>
                <a:gd name="connsiteX3" fmla="*/ 1118190 w 1264176"/>
                <a:gd name="connsiteY3" fmla="*/ 192497 h 248186"/>
                <a:gd name="connsiteX4" fmla="*/ 971505 w 1264176"/>
                <a:gd name="connsiteY4" fmla="*/ 219 h 248186"/>
                <a:gd name="connsiteX5" fmla="*/ 1029544 w 1264176"/>
                <a:gd name="connsiteY5" fmla="*/ 219 h 248186"/>
                <a:gd name="connsiteX6" fmla="*/ 1049800 w 1264176"/>
                <a:gd name="connsiteY6" fmla="*/ 12347 h 248186"/>
                <a:gd name="connsiteX7" fmla="*/ 1114316 w 1264176"/>
                <a:gd name="connsiteY7" fmla="*/ 105057 h 248186"/>
                <a:gd name="connsiteX8" fmla="*/ 1258335 w 1264176"/>
                <a:gd name="connsiteY8" fmla="*/ 242090 h 248186"/>
                <a:gd name="connsiteX9" fmla="*/ 1263541 w 1264176"/>
                <a:gd name="connsiteY9" fmla="*/ 246535 h 248186"/>
                <a:gd name="connsiteX10" fmla="*/ 1264176 w 1264176"/>
                <a:gd name="connsiteY10" fmla="*/ 248186 h 248186"/>
                <a:gd name="connsiteX0" fmla="*/ 1264176 w 1264176"/>
                <a:gd name="connsiteY0" fmla="*/ 248186 h 248186"/>
                <a:gd name="connsiteX1" fmla="*/ 331 w 1264176"/>
                <a:gd name="connsiteY1" fmla="*/ 247615 h 248186"/>
                <a:gd name="connsiteX2" fmla="*/ 0 w 1264176"/>
                <a:gd name="connsiteY2" fmla="*/ 193068 h 248186"/>
                <a:gd name="connsiteX3" fmla="*/ 1118190 w 1264176"/>
                <a:gd name="connsiteY3" fmla="*/ 192497 h 248186"/>
                <a:gd name="connsiteX4" fmla="*/ 971505 w 1264176"/>
                <a:gd name="connsiteY4" fmla="*/ 219 h 248186"/>
                <a:gd name="connsiteX5" fmla="*/ 1029544 w 1264176"/>
                <a:gd name="connsiteY5" fmla="*/ 219 h 248186"/>
                <a:gd name="connsiteX6" fmla="*/ 1049800 w 1264176"/>
                <a:gd name="connsiteY6" fmla="*/ 12347 h 248186"/>
                <a:gd name="connsiteX7" fmla="*/ 1114316 w 1264176"/>
                <a:gd name="connsiteY7" fmla="*/ 105057 h 248186"/>
                <a:gd name="connsiteX8" fmla="*/ 1258335 w 1264176"/>
                <a:gd name="connsiteY8" fmla="*/ 242090 h 248186"/>
                <a:gd name="connsiteX9" fmla="*/ 1263541 w 1264176"/>
                <a:gd name="connsiteY9" fmla="*/ 246535 h 248186"/>
                <a:gd name="connsiteX10" fmla="*/ 1264176 w 1264176"/>
                <a:gd name="connsiteY10" fmla="*/ 248186 h 2481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264176" h="248186">
                  <a:moveTo>
                    <a:pt x="1264176" y="248186"/>
                  </a:moveTo>
                  <a:lnTo>
                    <a:pt x="331" y="247615"/>
                  </a:lnTo>
                  <a:cubicBezTo>
                    <a:pt x="-110" y="229052"/>
                    <a:pt x="441" y="211631"/>
                    <a:pt x="0" y="193068"/>
                  </a:cubicBezTo>
                  <a:lnTo>
                    <a:pt x="1118190" y="192497"/>
                  </a:lnTo>
                  <a:cubicBezTo>
                    <a:pt x="1060341" y="134140"/>
                    <a:pt x="1007065" y="74768"/>
                    <a:pt x="971505" y="219"/>
                  </a:cubicBezTo>
                  <a:cubicBezTo>
                    <a:pt x="991888" y="219"/>
                    <a:pt x="1010748" y="854"/>
                    <a:pt x="1029544" y="219"/>
                  </a:cubicBezTo>
                  <a:cubicBezTo>
                    <a:pt x="1038336" y="-1141"/>
                    <a:pt x="1046848" y="3956"/>
                    <a:pt x="1049800" y="12347"/>
                  </a:cubicBezTo>
                  <a:cubicBezTo>
                    <a:pt x="1067362" y="45816"/>
                    <a:pt x="1089035" y="76961"/>
                    <a:pt x="1114316" y="105057"/>
                  </a:cubicBezTo>
                  <a:cubicBezTo>
                    <a:pt x="1157944" y="155126"/>
                    <a:pt x="1206160" y="201004"/>
                    <a:pt x="1258335" y="242090"/>
                  </a:cubicBezTo>
                  <a:cubicBezTo>
                    <a:pt x="1260113" y="243551"/>
                    <a:pt x="1261890" y="245011"/>
                    <a:pt x="1263541" y="246535"/>
                  </a:cubicBezTo>
                  <a:cubicBezTo>
                    <a:pt x="1263859" y="246599"/>
                    <a:pt x="1263859" y="247170"/>
                    <a:pt x="1264176" y="248186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6" name="Freeform 25">
              <a:extLst>
                <a:ext uri="{FF2B5EF4-FFF2-40B4-BE49-F238E27FC236}">
                  <a16:creationId xmlns:a16="http://schemas.microsoft.com/office/drawing/2014/main" id="{17BA7C41-EA1C-2F4D-90C7-EC472AB85B8A}"/>
                </a:ext>
              </a:extLst>
            </p:cNvPr>
            <p:cNvSpPr/>
            <p:nvPr/>
          </p:nvSpPr>
          <p:spPr>
            <a:xfrm>
              <a:off x="4768849" y="3504279"/>
              <a:ext cx="1589355" cy="2436629"/>
            </a:xfrm>
            <a:custGeom>
              <a:avLst/>
              <a:gdLst>
                <a:gd name="connsiteX0" fmla="*/ 275717 w 381000"/>
                <a:gd name="connsiteY0" fmla="*/ 292862 h 584200"/>
                <a:gd name="connsiteX1" fmla="*/ 0 w 381000"/>
                <a:gd name="connsiteY1" fmla="*/ 762 h 584200"/>
                <a:gd name="connsiteX2" fmla="*/ 5779 w 381000"/>
                <a:gd name="connsiteY2" fmla="*/ 0 h 584200"/>
                <a:gd name="connsiteX3" fmla="*/ 65532 w 381000"/>
                <a:gd name="connsiteY3" fmla="*/ 0 h 584200"/>
                <a:gd name="connsiteX4" fmla="*/ 73089 w 381000"/>
                <a:gd name="connsiteY4" fmla="*/ 4191 h 584200"/>
                <a:gd name="connsiteX5" fmla="*/ 202629 w 381000"/>
                <a:gd name="connsiteY5" fmla="*/ 164973 h 584200"/>
                <a:gd name="connsiteX6" fmla="*/ 377889 w 381000"/>
                <a:gd name="connsiteY6" fmla="*/ 290449 h 584200"/>
                <a:gd name="connsiteX7" fmla="*/ 381318 w 381000"/>
                <a:gd name="connsiteY7" fmla="*/ 292481 h 584200"/>
                <a:gd name="connsiteX8" fmla="*/ 340043 w 381000"/>
                <a:gd name="connsiteY8" fmla="*/ 317881 h 584200"/>
                <a:gd name="connsiteX9" fmla="*/ 126238 w 381000"/>
                <a:gd name="connsiteY9" fmla="*/ 500698 h 584200"/>
                <a:gd name="connsiteX10" fmla="*/ 74358 w 381000"/>
                <a:gd name="connsiteY10" fmla="*/ 579120 h 584200"/>
                <a:gd name="connsiteX11" fmla="*/ 65024 w 381000"/>
                <a:gd name="connsiteY11" fmla="*/ 584708 h 584200"/>
                <a:gd name="connsiteX12" fmla="*/ 0 w 381000"/>
                <a:gd name="connsiteY12" fmla="*/ 584708 h 584200"/>
                <a:gd name="connsiteX13" fmla="*/ 275717 w 381000"/>
                <a:gd name="connsiteY13" fmla="*/ 292862 h 584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81000" h="584200">
                  <a:moveTo>
                    <a:pt x="275717" y="292862"/>
                  </a:moveTo>
                  <a:cubicBezTo>
                    <a:pt x="157290" y="220155"/>
                    <a:pt x="68517" y="120840"/>
                    <a:pt x="0" y="762"/>
                  </a:cubicBezTo>
                  <a:cubicBezTo>
                    <a:pt x="1912" y="408"/>
                    <a:pt x="3840" y="154"/>
                    <a:pt x="5779" y="0"/>
                  </a:cubicBezTo>
                  <a:cubicBezTo>
                    <a:pt x="25654" y="0"/>
                    <a:pt x="45593" y="0"/>
                    <a:pt x="65532" y="0"/>
                  </a:cubicBezTo>
                  <a:cubicBezTo>
                    <a:pt x="68552" y="194"/>
                    <a:pt x="71325" y="1732"/>
                    <a:pt x="73089" y="4191"/>
                  </a:cubicBezTo>
                  <a:cubicBezTo>
                    <a:pt x="105855" y="66230"/>
                    <a:pt x="150940" y="118491"/>
                    <a:pt x="202629" y="164973"/>
                  </a:cubicBezTo>
                  <a:cubicBezTo>
                    <a:pt x="256618" y="212664"/>
                    <a:pt x="315344" y="254708"/>
                    <a:pt x="377889" y="290449"/>
                  </a:cubicBezTo>
                  <a:lnTo>
                    <a:pt x="381318" y="292481"/>
                  </a:lnTo>
                  <a:cubicBezTo>
                    <a:pt x="367221" y="301180"/>
                    <a:pt x="353568" y="309372"/>
                    <a:pt x="340043" y="317881"/>
                  </a:cubicBezTo>
                  <a:cubicBezTo>
                    <a:pt x="260224" y="368681"/>
                    <a:pt x="186246" y="426593"/>
                    <a:pt x="126238" y="500698"/>
                  </a:cubicBezTo>
                  <a:cubicBezTo>
                    <a:pt x="106331" y="525012"/>
                    <a:pt x="88949" y="551288"/>
                    <a:pt x="74358" y="579120"/>
                  </a:cubicBezTo>
                  <a:cubicBezTo>
                    <a:pt x="72939" y="582938"/>
                    <a:pt x="69060" y="585261"/>
                    <a:pt x="65024" y="584708"/>
                  </a:cubicBezTo>
                  <a:cubicBezTo>
                    <a:pt x="43879" y="584391"/>
                    <a:pt x="22733" y="584708"/>
                    <a:pt x="0" y="584708"/>
                  </a:cubicBezTo>
                  <a:cubicBezTo>
                    <a:pt x="68517" y="464693"/>
                    <a:pt x="157862" y="365951"/>
                    <a:pt x="275717" y="292862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7" name="Freeform 26">
              <a:extLst>
                <a:ext uri="{FF2B5EF4-FFF2-40B4-BE49-F238E27FC236}">
                  <a16:creationId xmlns:a16="http://schemas.microsoft.com/office/drawing/2014/main" id="{2F450B4C-241D-A544-BBEF-175E01D6A139}"/>
                </a:ext>
              </a:extLst>
            </p:cNvPr>
            <p:cNvSpPr/>
            <p:nvPr userDrawn="1"/>
          </p:nvSpPr>
          <p:spPr>
            <a:xfrm flipV="1">
              <a:off x="-1420" y="4902788"/>
              <a:ext cx="5273560" cy="1035156"/>
            </a:xfrm>
            <a:custGeom>
              <a:avLst/>
              <a:gdLst>
                <a:gd name="connsiteX0" fmla="*/ 749871 w 749300"/>
                <a:gd name="connsiteY0" fmla="*/ 248186 h 247650"/>
                <a:gd name="connsiteX1" fmla="*/ 0 w 749300"/>
                <a:gd name="connsiteY1" fmla="*/ 248186 h 247650"/>
                <a:gd name="connsiteX2" fmla="*/ 0 w 749300"/>
                <a:gd name="connsiteY2" fmla="*/ 192497 h 247650"/>
                <a:gd name="connsiteX3" fmla="*/ 603885 w 749300"/>
                <a:gd name="connsiteY3" fmla="*/ 192497 h 247650"/>
                <a:gd name="connsiteX4" fmla="*/ 457200 w 749300"/>
                <a:gd name="connsiteY4" fmla="*/ 219 h 247650"/>
                <a:gd name="connsiteX5" fmla="*/ 515239 w 749300"/>
                <a:gd name="connsiteY5" fmla="*/ 219 h 247650"/>
                <a:gd name="connsiteX6" fmla="*/ 535495 w 749300"/>
                <a:gd name="connsiteY6" fmla="*/ 12347 h 247650"/>
                <a:gd name="connsiteX7" fmla="*/ 600011 w 749300"/>
                <a:gd name="connsiteY7" fmla="*/ 105057 h 247650"/>
                <a:gd name="connsiteX8" fmla="*/ 744030 w 749300"/>
                <a:gd name="connsiteY8" fmla="*/ 242090 h 247650"/>
                <a:gd name="connsiteX9" fmla="*/ 749236 w 749300"/>
                <a:gd name="connsiteY9" fmla="*/ 246535 h 247650"/>
                <a:gd name="connsiteX10" fmla="*/ 749871 w 749300"/>
                <a:gd name="connsiteY10" fmla="*/ 248186 h 247650"/>
                <a:gd name="connsiteX0" fmla="*/ 1670881 w 1670881"/>
                <a:gd name="connsiteY0" fmla="*/ 248186 h 248186"/>
                <a:gd name="connsiteX1" fmla="*/ 921010 w 1670881"/>
                <a:gd name="connsiteY1" fmla="*/ 248186 h 248186"/>
                <a:gd name="connsiteX2" fmla="*/ 0 w 1670881"/>
                <a:gd name="connsiteY2" fmla="*/ 192497 h 248186"/>
                <a:gd name="connsiteX3" fmla="*/ 1524895 w 1670881"/>
                <a:gd name="connsiteY3" fmla="*/ 192497 h 248186"/>
                <a:gd name="connsiteX4" fmla="*/ 1378210 w 1670881"/>
                <a:gd name="connsiteY4" fmla="*/ 219 h 248186"/>
                <a:gd name="connsiteX5" fmla="*/ 1436249 w 1670881"/>
                <a:gd name="connsiteY5" fmla="*/ 219 h 248186"/>
                <a:gd name="connsiteX6" fmla="*/ 1456505 w 1670881"/>
                <a:gd name="connsiteY6" fmla="*/ 12347 h 248186"/>
                <a:gd name="connsiteX7" fmla="*/ 1521021 w 1670881"/>
                <a:gd name="connsiteY7" fmla="*/ 105057 h 248186"/>
                <a:gd name="connsiteX8" fmla="*/ 1665040 w 1670881"/>
                <a:gd name="connsiteY8" fmla="*/ 242090 h 248186"/>
                <a:gd name="connsiteX9" fmla="*/ 1670246 w 1670881"/>
                <a:gd name="connsiteY9" fmla="*/ 246535 h 248186"/>
                <a:gd name="connsiteX10" fmla="*/ 1670881 w 1670881"/>
                <a:gd name="connsiteY10" fmla="*/ 248186 h 248186"/>
                <a:gd name="connsiteX0" fmla="*/ 1670881 w 1670881"/>
                <a:gd name="connsiteY0" fmla="*/ 248186 h 248186"/>
                <a:gd name="connsiteX1" fmla="*/ 1324 w 1670881"/>
                <a:gd name="connsiteY1" fmla="*/ 248186 h 248186"/>
                <a:gd name="connsiteX2" fmla="*/ 0 w 1670881"/>
                <a:gd name="connsiteY2" fmla="*/ 192497 h 248186"/>
                <a:gd name="connsiteX3" fmla="*/ 1524895 w 1670881"/>
                <a:gd name="connsiteY3" fmla="*/ 192497 h 248186"/>
                <a:gd name="connsiteX4" fmla="*/ 1378210 w 1670881"/>
                <a:gd name="connsiteY4" fmla="*/ 219 h 248186"/>
                <a:gd name="connsiteX5" fmla="*/ 1436249 w 1670881"/>
                <a:gd name="connsiteY5" fmla="*/ 219 h 248186"/>
                <a:gd name="connsiteX6" fmla="*/ 1456505 w 1670881"/>
                <a:gd name="connsiteY6" fmla="*/ 12347 h 248186"/>
                <a:gd name="connsiteX7" fmla="*/ 1521021 w 1670881"/>
                <a:gd name="connsiteY7" fmla="*/ 105057 h 248186"/>
                <a:gd name="connsiteX8" fmla="*/ 1665040 w 1670881"/>
                <a:gd name="connsiteY8" fmla="*/ 242090 h 248186"/>
                <a:gd name="connsiteX9" fmla="*/ 1670246 w 1670881"/>
                <a:gd name="connsiteY9" fmla="*/ 246535 h 248186"/>
                <a:gd name="connsiteX10" fmla="*/ 1670881 w 1670881"/>
                <a:gd name="connsiteY10" fmla="*/ 248186 h 248186"/>
                <a:gd name="connsiteX0" fmla="*/ 1669638 w 1669638"/>
                <a:gd name="connsiteY0" fmla="*/ 248186 h 248186"/>
                <a:gd name="connsiteX1" fmla="*/ 81 w 1669638"/>
                <a:gd name="connsiteY1" fmla="*/ 248186 h 248186"/>
                <a:gd name="connsiteX2" fmla="*/ 742 w 1669638"/>
                <a:gd name="connsiteY2" fmla="*/ 192497 h 248186"/>
                <a:gd name="connsiteX3" fmla="*/ 1523652 w 1669638"/>
                <a:gd name="connsiteY3" fmla="*/ 192497 h 248186"/>
                <a:gd name="connsiteX4" fmla="*/ 1376967 w 1669638"/>
                <a:gd name="connsiteY4" fmla="*/ 219 h 248186"/>
                <a:gd name="connsiteX5" fmla="*/ 1435006 w 1669638"/>
                <a:gd name="connsiteY5" fmla="*/ 219 h 248186"/>
                <a:gd name="connsiteX6" fmla="*/ 1455262 w 1669638"/>
                <a:gd name="connsiteY6" fmla="*/ 12347 h 248186"/>
                <a:gd name="connsiteX7" fmla="*/ 1519778 w 1669638"/>
                <a:gd name="connsiteY7" fmla="*/ 105057 h 248186"/>
                <a:gd name="connsiteX8" fmla="*/ 1663797 w 1669638"/>
                <a:gd name="connsiteY8" fmla="*/ 242090 h 248186"/>
                <a:gd name="connsiteX9" fmla="*/ 1669003 w 1669638"/>
                <a:gd name="connsiteY9" fmla="*/ 246535 h 248186"/>
                <a:gd name="connsiteX10" fmla="*/ 1669638 w 1669638"/>
                <a:gd name="connsiteY10" fmla="*/ 248186 h 248186"/>
                <a:gd name="connsiteX0" fmla="*/ 1668896 w 1668896"/>
                <a:gd name="connsiteY0" fmla="*/ 248186 h 248186"/>
                <a:gd name="connsiteX1" fmla="*/ 331 w 1668896"/>
                <a:gd name="connsiteY1" fmla="*/ 247193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  <a:gd name="connsiteX0" fmla="*/ 1669638 w 1669638"/>
                <a:gd name="connsiteY0" fmla="*/ 248186 h 248186"/>
                <a:gd name="connsiteX1" fmla="*/ 80 w 1669638"/>
                <a:gd name="connsiteY1" fmla="*/ 247193 h 248186"/>
                <a:gd name="connsiteX2" fmla="*/ 742 w 1669638"/>
                <a:gd name="connsiteY2" fmla="*/ 192497 h 248186"/>
                <a:gd name="connsiteX3" fmla="*/ 1523652 w 1669638"/>
                <a:gd name="connsiteY3" fmla="*/ 192497 h 248186"/>
                <a:gd name="connsiteX4" fmla="*/ 1376967 w 1669638"/>
                <a:gd name="connsiteY4" fmla="*/ 219 h 248186"/>
                <a:gd name="connsiteX5" fmla="*/ 1435006 w 1669638"/>
                <a:gd name="connsiteY5" fmla="*/ 219 h 248186"/>
                <a:gd name="connsiteX6" fmla="*/ 1455262 w 1669638"/>
                <a:gd name="connsiteY6" fmla="*/ 12347 h 248186"/>
                <a:gd name="connsiteX7" fmla="*/ 1519778 w 1669638"/>
                <a:gd name="connsiteY7" fmla="*/ 105057 h 248186"/>
                <a:gd name="connsiteX8" fmla="*/ 1663797 w 1669638"/>
                <a:gd name="connsiteY8" fmla="*/ 242090 h 248186"/>
                <a:gd name="connsiteX9" fmla="*/ 1669003 w 1669638"/>
                <a:gd name="connsiteY9" fmla="*/ 246535 h 248186"/>
                <a:gd name="connsiteX10" fmla="*/ 1669638 w 1669638"/>
                <a:gd name="connsiteY10" fmla="*/ 248186 h 248186"/>
                <a:gd name="connsiteX0" fmla="*/ 1668896 w 1668896"/>
                <a:gd name="connsiteY0" fmla="*/ 248186 h 248186"/>
                <a:gd name="connsiteX1" fmla="*/ 331 w 1668896"/>
                <a:gd name="connsiteY1" fmla="*/ 248186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  <a:gd name="connsiteX0" fmla="*/ 1668896 w 1668896"/>
                <a:gd name="connsiteY0" fmla="*/ 248186 h 248186"/>
                <a:gd name="connsiteX1" fmla="*/ 405622 w 1668896"/>
                <a:gd name="connsiteY1" fmla="*/ 248186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  <a:gd name="connsiteX0" fmla="*/ 1264176 w 1264176"/>
                <a:gd name="connsiteY0" fmla="*/ 248186 h 248186"/>
                <a:gd name="connsiteX1" fmla="*/ 902 w 1264176"/>
                <a:gd name="connsiteY1" fmla="*/ 248186 h 248186"/>
                <a:gd name="connsiteX2" fmla="*/ 0 w 1264176"/>
                <a:gd name="connsiteY2" fmla="*/ 193068 h 248186"/>
                <a:gd name="connsiteX3" fmla="*/ 1118190 w 1264176"/>
                <a:gd name="connsiteY3" fmla="*/ 192497 h 248186"/>
                <a:gd name="connsiteX4" fmla="*/ 971505 w 1264176"/>
                <a:gd name="connsiteY4" fmla="*/ 219 h 248186"/>
                <a:gd name="connsiteX5" fmla="*/ 1029544 w 1264176"/>
                <a:gd name="connsiteY5" fmla="*/ 219 h 248186"/>
                <a:gd name="connsiteX6" fmla="*/ 1049800 w 1264176"/>
                <a:gd name="connsiteY6" fmla="*/ 12347 h 248186"/>
                <a:gd name="connsiteX7" fmla="*/ 1114316 w 1264176"/>
                <a:gd name="connsiteY7" fmla="*/ 105057 h 248186"/>
                <a:gd name="connsiteX8" fmla="*/ 1258335 w 1264176"/>
                <a:gd name="connsiteY8" fmla="*/ 242090 h 248186"/>
                <a:gd name="connsiteX9" fmla="*/ 1263541 w 1264176"/>
                <a:gd name="connsiteY9" fmla="*/ 246535 h 248186"/>
                <a:gd name="connsiteX10" fmla="*/ 1264176 w 1264176"/>
                <a:gd name="connsiteY10" fmla="*/ 248186 h 248186"/>
                <a:gd name="connsiteX0" fmla="*/ 1264176 w 1264176"/>
                <a:gd name="connsiteY0" fmla="*/ 248186 h 248186"/>
                <a:gd name="connsiteX1" fmla="*/ 902 w 1264176"/>
                <a:gd name="connsiteY1" fmla="*/ 248186 h 248186"/>
                <a:gd name="connsiteX2" fmla="*/ 0 w 1264176"/>
                <a:gd name="connsiteY2" fmla="*/ 193068 h 248186"/>
                <a:gd name="connsiteX3" fmla="*/ 1118190 w 1264176"/>
                <a:gd name="connsiteY3" fmla="*/ 192497 h 248186"/>
                <a:gd name="connsiteX4" fmla="*/ 971505 w 1264176"/>
                <a:gd name="connsiteY4" fmla="*/ 219 h 248186"/>
                <a:gd name="connsiteX5" fmla="*/ 1029544 w 1264176"/>
                <a:gd name="connsiteY5" fmla="*/ 219 h 248186"/>
                <a:gd name="connsiteX6" fmla="*/ 1049800 w 1264176"/>
                <a:gd name="connsiteY6" fmla="*/ 12347 h 248186"/>
                <a:gd name="connsiteX7" fmla="*/ 1114316 w 1264176"/>
                <a:gd name="connsiteY7" fmla="*/ 105057 h 248186"/>
                <a:gd name="connsiteX8" fmla="*/ 1258335 w 1264176"/>
                <a:gd name="connsiteY8" fmla="*/ 242090 h 248186"/>
                <a:gd name="connsiteX9" fmla="*/ 1263541 w 1264176"/>
                <a:gd name="connsiteY9" fmla="*/ 246535 h 248186"/>
                <a:gd name="connsiteX10" fmla="*/ 1264176 w 1264176"/>
                <a:gd name="connsiteY10" fmla="*/ 248186 h 248186"/>
                <a:gd name="connsiteX0" fmla="*/ 1264176 w 1264176"/>
                <a:gd name="connsiteY0" fmla="*/ 248186 h 248186"/>
                <a:gd name="connsiteX1" fmla="*/ 902 w 1264176"/>
                <a:gd name="connsiteY1" fmla="*/ 248186 h 248186"/>
                <a:gd name="connsiteX2" fmla="*/ 0 w 1264176"/>
                <a:gd name="connsiteY2" fmla="*/ 193068 h 248186"/>
                <a:gd name="connsiteX3" fmla="*/ 1118190 w 1264176"/>
                <a:gd name="connsiteY3" fmla="*/ 192497 h 248186"/>
                <a:gd name="connsiteX4" fmla="*/ 971505 w 1264176"/>
                <a:gd name="connsiteY4" fmla="*/ 219 h 248186"/>
                <a:gd name="connsiteX5" fmla="*/ 1029544 w 1264176"/>
                <a:gd name="connsiteY5" fmla="*/ 219 h 248186"/>
                <a:gd name="connsiteX6" fmla="*/ 1049800 w 1264176"/>
                <a:gd name="connsiteY6" fmla="*/ 12347 h 248186"/>
                <a:gd name="connsiteX7" fmla="*/ 1114316 w 1264176"/>
                <a:gd name="connsiteY7" fmla="*/ 105057 h 248186"/>
                <a:gd name="connsiteX8" fmla="*/ 1258335 w 1264176"/>
                <a:gd name="connsiteY8" fmla="*/ 242090 h 248186"/>
                <a:gd name="connsiteX9" fmla="*/ 1263541 w 1264176"/>
                <a:gd name="connsiteY9" fmla="*/ 246535 h 248186"/>
                <a:gd name="connsiteX10" fmla="*/ 1264176 w 1264176"/>
                <a:gd name="connsiteY10" fmla="*/ 248186 h 248186"/>
                <a:gd name="connsiteX0" fmla="*/ 1264176 w 1264176"/>
                <a:gd name="connsiteY0" fmla="*/ 248186 h 248186"/>
                <a:gd name="connsiteX1" fmla="*/ 331 w 1264176"/>
                <a:gd name="connsiteY1" fmla="*/ 247615 h 248186"/>
                <a:gd name="connsiteX2" fmla="*/ 0 w 1264176"/>
                <a:gd name="connsiteY2" fmla="*/ 193068 h 248186"/>
                <a:gd name="connsiteX3" fmla="*/ 1118190 w 1264176"/>
                <a:gd name="connsiteY3" fmla="*/ 192497 h 248186"/>
                <a:gd name="connsiteX4" fmla="*/ 971505 w 1264176"/>
                <a:gd name="connsiteY4" fmla="*/ 219 h 248186"/>
                <a:gd name="connsiteX5" fmla="*/ 1029544 w 1264176"/>
                <a:gd name="connsiteY5" fmla="*/ 219 h 248186"/>
                <a:gd name="connsiteX6" fmla="*/ 1049800 w 1264176"/>
                <a:gd name="connsiteY6" fmla="*/ 12347 h 248186"/>
                <a:gd name="connsiteX7" fmla="*/ 1114316 w 1264176"/>
                <a:gd name="connsiteY7" fmla="*/ 105057 h 248186"/>
                <a:gd name="connsiteX8" fmla="*/ 1258335 w 1264176"/>
                <a:gd name="connsiteY8" fmla="*/ 242090 h 248186"/>
                <a:gd name="connsiteX9" fmla="*/ 1263541 w 1264176"/>
                <a:gd name="connsiteY9" fmla="*/ 246535 h 248186"/>
                <a:gd name="connsiteX10" fmla="*/ 1264176 w 1264176"/>
                <a:gd name="connsiteY10" fmla="*/ 248186 h 2481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264176" h="248186">
                  <a:moveTo>
                    <a:pt x="1264176" y="248186"/>
                  </a:moveTo>
                  <a:lnTo>
                    <a:pt x="331" y="247615"/>
                  </a:lnTo>
                  <a:cubicBezTo>
                    <a:pt x="-110" y="229052"/>
                    <a:pt x="441" y="211631"/>
                    <a:pt x="0" y="193068"/>
                  </a:cubicBezTo>
                  <a:lnTo>
                    <a:pt x="1118190" y="192497"/>
                  </a:lnTo>
                  <a:cubicBezTo>
                    <a:pt x="1060341" y="134140"/>
                    <a:pt x="1007065" y="74768"/>
                    <a:pt x="971505" y="219"/>
                  </a:cubicBezTo>
                  <a:cubicBezTo>
                    <a:pt x="991888" y="219"/>
                    <a:pt x="1010748" y="854"/>
                    <a:pt x="1029544" y="219"/>
                  </a:cubicBezTo>
                  <a:cubicBezTo>
                    <a:pt x="1038336" y="-1141"/>
                    <a:pt x="1046848" y="3956"/>
                    <a:pt x="1049800" y="12347"/>
                  </a:cubicBezTo>
                  <a:cubicBezTo>
                    <a:pt x="1067362" y="45816"/>
                    <a:pt x="1089035" y="76961"/>
                    <a:pt x="1114316" y="105057"/>
                  </a:cubicBezTo>
                  <a:cubicBezTo>
                    <a:pt x="1157944" y="155126"/>
                    <a:pt x="1206160" y="201004"/>
                    <a:pt x="1258335" y="242090"/>
                  </a:cubicBezTo>
                  <a:cubicBezTo>
                    <a:pt x="1260113" y="243551"/>
                    <a:pt x="1261890" y="245011"/>
                    <a:pt x="1263541" y="246535"/>
                  </a:cubicBezTo>
                  <a:cubicBezTo>
                    <a:pt x="1263859" y="246599"/>
                    <a:pt x="1263859" y="247170"/>
                    <a:pt x="1264176" y="248186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</p:spTree>
    <p:extLst>
      <p:ext uri="{BB962C8B-B14F-4D97-AF65-F5344CB8AC3E}">
        <p14:creationId xmlns:p14="http://schemas.microsoft.com/office/powerpoint/2010/main" val="122128098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634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ollow us">
    <p:bg>
      <p:bgPr>
        <a:solidFill>
          <a:srgbClr val="28CF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875020" y="0"/>
            <a:ext cx="6316980" cy="6858000"/>
          </a:xfrm>
          <a:prstGeom prst="rect">
            <a:avLst/>
          </a:prstGeom>
        </p:spPr>
      </p:pic>
      <p:pic>
        <p:nvPicPr>
          <p:cNvPr id="6" name="Graphic 29">
            <a:extLst>
              <a:ext uri="{FF2B5EF4-FFF2-40B4-BE49-F238E27FC236}">
                <a16:creationId xmlns:a16="http://schemas.microsoft.com/office/drawing/2014/main" id="{572E6A4A-143B-E94B-A1BF-29C50E635AE7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0900" y="302477"/>
            <a:ext cx="2643023" cy="1610367"/>
          </a:xfrm>
          <a:prstGeom prst="rect">
            <a:avLst/>
          </a:prstGeom>
        </p:spPr>
      </p:pic>
      <p:sp>
        <p:nvSpPr>
          <p:cNvPr id="7" name="Text Placeholder 6"/>
          <p:cNvSpPr>
            <a:spLocks noGrp="1"/>
          </p:cNvSpPr>
          <p:nvPr>
            <p:ph type="body" sz="quarter" idx="12" hasCustomPrompt="1"/>
          </p:nvPr>
        </p:nvSpPr>
        <p:spPr>
          <a:xfrm>
            <a:off x="385300" y="5306004"/>
            <a:ext cx="3534471" cy="1186921"/>
          </a:xfr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15000"/>
              <a:buFontTx/>
              <a:buNone/>
              <a:tabLst/>
              <a:defRPr sz="1600" b="0"/>
            </a:lvl1pPr>
            <a:lvl2pPr marL="374650" indent="-285750">
              <a:buFont typeface="Arial" panose="020B0604020202020204" pitchFamily="34" charset="0"/>
              <a:buChar char="•"/>
              <a:defRPr/>
            </a:lvl2pPr>
            <a:lvl3pPr marL="88900" indent="0">
              <a:buNone/>
              <a:defRPr/>
            </a:lvl3pPr>
            <a:lvl4pPr marL="88900" indent="0">
              <a:buNone/>
              <a:defRPr/>
            </a:lvl4pPr>
            <a:lvl5pPr marL="88900" indent="0">
              <a:buNone/>
              <a:defRPr/>
            </a:lvl5pPr>
          </a:lstStyle>
          <a:p>
            <a:pPr lvl="0"/>
            <a:r>
              <a:rPr lang="en-US" dirty="0"/>
              <a:t>Edit text</a:t>
            </a:r>
          </a:p>
        </p:txBody>
      </p:sp>
      <p:sp>
        <p:nvSpPr>
          <p:cNvPr id="16" name="Title 1">
            <a:extLst>
              <a:ext uri="{FF2B5EF4-FFF2-40B4-BE49-F238E27FC236}">
                <a16:creationId xmlns:a16="http://schemas.microsoft.com/office/drawing/2014/main" id="{EBBB6D40-B4C9-8B4A-B2A6-126F6490637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85301" y="1914129"/>
            <a:ext cx="3592020" cy="2277604"/>
          </a:xfrm>
        </p:spPr>
        <p:txBody>
          <a:bodyPr anchor="b" anchorCtr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noProof="0" dirty="0"/>
              <a:t>CLICK TO EDIT TITLE</a:t>
            </a:r>
            <a:endParaRPr lang="en-GB" noProof="0" dirty="0"/>
          </a:p>
        </p:txBody>
      </p:sp>
      <p:grpSp>
        <p:nvGrpSpPr>
          <p:cNvPr id="24" name="Group 23"/>
          <p:cNvGrpSpPr/>
          <p:nvPr userDrawn="1"/>
        </p:nvGrpSpPr>
        <p:grpSpPr>
          <a:xfrm>
            <a:off x="-1420" y="3503895"/>
            <a:ext cx="6359624" cy="2437013"/>
            <a:chOff x="-1420" y="3503895"/>
            <a:chExt cx="6359624" cy="2437013"/>
          </a:xfrm>
          <a:solidFill>
            <a:srgbClr val="004050"/>
          </a:solidFill>
        </p:grpSpPr>
        <p:sp>
          <p:nvSpPr>
            <p:cNvPr id="25" name="Freeform 24">
              <a:extLst>
                <a:ext uri="{FF2B5EF4-FFF2-40B4-BE49-F238E27FC236}">
                  <a16:creationId xmlns:a16="http://schemas.microsoft.com/office/drawing/2014/main" id="{2F450B4C-241D-A544-BBEF-175E01D6A139}"/>
                </a:ext>
              </a:extLst>
            </p:cNvPr>
            <p:cNvSpPr/>
            <p:nvPr userDrawn="1"/>
          </p:nvSpPr>
          <p:spPr>
            <a:xfrm>
              <a:off x="-1420" y="3503895"/>
              <a:ext cx="5273560" cy="1035156"/>
            </a:xfrm>
            <a:custGeom>
              <a:avLst/>
              <a:gdLst>
                <a:gd name="connsiteX0" fmla="*/ 749871 w 749300"/>
                <a:gd name="connsiteY0" fmla="*/ 248186 h 247650"/>
                <a:gd name="connsiteX1" fmla="*/ 0 w 749300"/>
                <a:gd name="connsiteY1" fmla="*/ 248186 h 247650"/>
                <a:gd name="connsiteX2" fmla="*/ 0 w 749300"/>
                <a:gd name="connsiteY2" fmla="*/ 192497 h 247650"/>
                <a:gd name="connsiteX3" fmla="*/ 603885 w 749300"/>
                <a:gd name="connsiteY3" fmla="*/ 192497 h 247650"/>
                <a:gd name="connsiteX4" fmla="*/ 457200 w 749300"/>
                <a:gd name="connsiteY4" fmla="*/ 219 h 247650"/>
                <a:gd name="connsiteX5" fmla="*/ 515239 w 749300"/>
                <a:gd name="connsiteY5" fmla="*/ 219 h 247650"/>
                <a:gd name="connsiteX6" fmla="*/ 535495 w 749300"/>
                <a:gd name="connsiteY6" fmla="*/ 12347 h 247650"/>
                <a:gd name="connsiteX7" fmla="*/ 600011 w 749300"/>
                <a:gd name="connsiteY7" fmla="*/ 105057 h 247650"/>
                <a:gd name="connsiteX8" fmla="*/ 744030 w 749300"/>
                <a:gd name="connsiteY8" fmla="*/ 242090 h 247650"/>
                <a:gd name="connsiteX9" fmla="*/ 749236 w 749300"/>
                <a:gd name="connsiteY9" fmla="*/ 246535 h 247650"/>
                <a:gd name="connsiteX10" fmla="*/ 749871 w 749300"/>
                <a:gd name="connsiteY10" fmla="*/ 248186 h 247650"/>
                <a:gd name="connsiteX0" fmla="*/ 1670881 w 1670881"/>
                <a:gd name="connsiteY0" fmla="*/ 248186 h 248186"/>
                <a:gd name="connsiteX1" fmla="*/ 921010 w 1670881"/>
                <a:gd name="connsiteY1" fmla="*/ 248186 h 248186"/>
                <a:gd name="connsiteX2" fmla="*/ 0 w 1670881"/>
                <a:gd name="connsiteY2" fmla="*/ 192497 h 248186"/>
                <a:gd name="connsiteX3" fmla="*/ 1524895 w 1670881"/>
                <a:gd name="connsiteY3" fmla="*/ 192497 h 248186"/>
                <a:gd name="connsiteX4" fmla="*/ 1378210 w 1670881"/>
                <a:gd name="connsiteY4" fmla="*/ 219 h 248186"/>
                <a:gd name="connsiteX5" fmla="*/ 1436249 w 1670881"/>
                <a:gd name="connsiteY5" fmla="*/ 219 h 248186"/>
                <a:gd name="connsiteX6" fmla="*/ 1456505 w 1670881"/>
                <a:gd name="connsiteY6" fmla="*/ 12347 h 248186"/>
                <a:gd name="connsiteX7" fmla="*/ 1521021 w 1670881"/>
                <a:gd name="connsiteY7" fmla="*/ 105057 h 248186"/>
                <a:gd name="connsiteX8" fmla="*/ 1665040 w 1670881"/>
                <a:gd name="connsiteY8" fmla="*/ 242090 h 248186"/>
                <a:gd name="connsiteX9" fmla="*/ 1670246 w 1670881"/>
                <a:gd name="connsiteY9" fmla="*/ 246535 h 248186"/>
                <a:gd name="connsiteX10" fmla="*/ 1670881 w 1670881"/>
                <a:gd name="connsiteY10" fmla="*/ 248186 h 248186"/>
                <a:gd name="connsiteX0" fmla="*/ 1670881 w 1670881"/>
                <a:gd name="connsiteY0" fmla="*/ 248186 h 248186"/>
                <a:gd name="connsiteX1" fmla="*/ 1324 w 1670881"/>
                <a:gd name="connsiteY1" fmla="*/ 248186 h 248186"/>
                <a:gd name="connsiteX2" fmla="*/ 0 w 1670881"/>
                <a:gd name="connsiteY2" fmla="*/ 192497 h 248186"/>
                <a:gd name="connsiteX3" fmla="*/ 1524895 w 1670881"/>
                <a:gd name="connsiteY3" fmla="*/ 192497 h 248186"/>
                <a:gd name="connsiteX4" fmla="*/ 1378210 w 1670881"/>
                <a:gd name="connsiteY4" fmla="*/ 219 h 248186"/>
                <a:gd name="connsiteX5" fmla="*/ 1436249 w 1670881"/>
                <a:gd name="connsiteY5" fmla="*/ 219 h 248186"/>
                <a:gd name="connsiteX6" fmla="*/ 1456505 w 1670881"/>
                <a:gd name="connsiteY6" fmla="*/ 12347 h 248186"/>
                <a:gd name="connsiteX7" fmla="*/ 1521021 w 1670881"/>
                <a:gd name="connsiteY7" fmla="*/ 105057 h 248186"/>
                <a:gd name="connsiteX8" fmla="*/ 1665040 w 1670881"/>
                <a:gd name="connsiteY8" fmla="*/ 242090 h 248186"/>
                <a:gd name="connsiteX9" fmla="*/ 1670246 w 1670881"/>
                <a:gd name="connsiteY9" fmla="*/ 246535 h 248186"/>
                <a:gd name="connsiteX10" fmla="*/ 1670881 w 1670881"/>
                <a:gd name="connsiteY10" fmla="*/ 248186 h 248186"/>
                <a:gd name="connsiteX0" fmla="*/ 1669638 w 1669638"/>
                <a:gd name="connsiteY0" fmla="*/ 248186 h 248186"/>
                <a:gd name="connsiteX1" fmla="*/ 81 w 1669638"/>
                <a:gd name="connsiteY1" fmla="*/ 248186 h 248186"/>
                <a:gd name="connsiteX2" fmla="*/ 742 w 1669638"/>
                <a:gd name="connsiteY2" fmla="*/ 192497 h 248186"/>
                <a:gd name="connsiteX3" fmla="*/ 1523652 w 1669638"/>
                <a:gd name="connsiteY3" fmla="*/ 192497 h 248186"/>
                <a:gd name="connsiteX4" fmla="*/ 1376967 w 1669638"/>
                <a:gd name="connsiteY4" fmla="*/ 219 h 248186"/>
                <a:gd name="connsiteX5" fmla="*/ 1435006 w 1669638"/>
                <a:gd name="connsiteY5" fmla="*/ 219 h 248186"/>
                <a:gd name="connsiteX6" fmla="*/ 1455262 w 1669638"/>
                <a:gd name="connsiteY6" fmla="*/ 12347 h 248186"/>
                <a:gd name="connsiteX7" fmla="*/ 1519778 w 1669638"/>
                <a:gd name="connsiteY7" fmla="*/ 105057 h 248186"/>
                <a:gd name="connsiteX8" fmla="*/ 1663797 w 1669638"/>
                <a:gd name="connsiteY8" fmla="*/ 242090 h 248186"/>
                <a:gd name="connsiteX9" fmla="*/ 1669003 w 1669638"/>
                <a:gd name="connsiteY9" fmla="*/ 246535 h 248186"/>
                <a:gd name="connsiteX10" fmla="*/ 1669638 w 1669638"/>
                <a:gd name="connsiteY10" fmla="*/ 248186 h 248186"/>
                <a:gd name="connsiteX0" fmla="*/ 1668896 w 1668896"/>
                <a:gd name="connsiteY0" fmla="*/ 248186 h 248186"/>
                <a:gd name="connsiteX1" fmla="*/ 331 w 1668896"/>
                <a:gd name="connsiteY1" fmla="*/ 247193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  <a:gd name="connsiteX0" fmla="*/ 1669638 w 1669638"/>
                <a:gd name="connsiteY0" fmla="*/ 248186 h 248186"/>
                <a:gd name="connsiteX1" fmla="*/ 80 w 1669638"/>
                <a:gd name="connsiteY1" fmla="*/ 247193 h 248186"/>
                <a:gd name="connsiteX2" fmla="*/ 742 w 1669638"/>
                <a:gd name="connsiteY2" fmla="*/ 192497 h 248186"/>
                <a:gd name="connsiteX3" fmla="*/ 1523652 w 1669638"/>
                <a:gd name="connsiteY3" fmla="*/ 192497 h 248186"/>
                <a:gd name="connsiteX4" fmla="*/ 1376967 w 1669638"/>
                <a:gd name="connsiteY4" fmla="*/ 219 h 248186"/>
                <a:gd name="connsiteX5" fmla="*/ 1435006 w 1669638"/>
                <a:gd name="connsiteY5" fmla="*/ 219 h 248186"/>
                <a:gd name="connsiteX6" fmla="*/ 1455262 w 1669638"/>
                <a:gd name="connsiteY6" fmla="*/ 12347 h 248186"/>
                <a:gd name="connsiteX7" fmla="*/ 1519778 w 1669638"/>
                <a:gd name="connsiteY7" fmla="*/ 105057 h 248186"/>
                <a:gd name="connsiteX8" fmla="*/ 1663797 w 1669638"/>
                <a:gd name="connsiteY8" fmla="*/ 242090 h 248186"/>
                <a:gd name="connsiteX9" fmla="*/ 1669003 w 1669638"/>
                <a:gd name="connsiteY9" fmla="*/ 246535 h 248186"/>
                <a:gd name="connsiteX10" fmla="*/ 1669638 w 1669638"/>
                <a:gd name="connsiteY10" fmla="*/ 248186 h 248186"/>
                <a:gd name="connsiteX0" fmla="*/ 1668896 w 1668896"/>
                <a:gd name="connsiteY0" fmla="*/ 248186 h 248186"/>
                <a:gd name="connsiteX1" fmla="*/ 331 w 1668896"/>
                <a:gd name="connsiteY1" fmla="*/ 248186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  <a:gd name="connsiteX0" fmla="*/ 1668896 w 1668896"/>
                <a:gd name="connsiteY0" fmla="*/ 248186 h 248186"/>
                <a:gd name="connsiteX1" fmla="*/ 405622 w 1668896"/>
                <a:gd name="connsiteY1" fmla="*/ 248186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  <a:gd name="connsiteX0" fmla="*/ 1264176 w 1264176"/>
                <a:gd name="connsiteY0" fmla="*/ 248186 h 248186"/>
                <a:gd name="connsiteX1" fmla="*/ 902 w 1264176"/>
                <a:gd name="connsiteY1" fmla="*/ 248186 h 248186"/>
                <a:gd name="connsiteX2" fmla="*/ 0 w 1264176"/>
                <a:gd name="connsiteY2" fmla="*/ 193068 h 248186"/>
                <a:gd name="connsiteX3" fmla="*/ 1118190 w 1264176"/>
                <a:gd name="connsiteY3" fmla="*/ 192497 h 248186"/>
                <a:gd name="connsiteX4" fmla="*/ 971505 w 1264176"/>
                <a:gd name="connsiteY4" fmla="*/ 219 h 248186"/>
                <a:gd name="connsiteX5" fmla="*/ 1029544 w 1264176"/>
                <a:gd name="connsiteY5" fmla="*/ 219 h 248186"/>
                <a:gd name="connsiteX6" fmla="*/ 1049800 w 1264176"/>
                <a:gd name="connsiteY6" fmla="*/ 12347 h 248186"/>
                <a:gd name="connsiteX7" fmla="*/ 1114316 w 1264176"/>
                <a:gd name="connsiteY7" fmla="*/ 105057 h 248186"/>
                <a:gd name="connsiteX8" fmla="*/ 1258335 w 1264176"/>
                <a:gd name="connsiteY8" fmla="*/ 242090 h 248186"/>
                <a:gd name="connsiteX9" fmla="*/ 1263541 w 1264176"/>
                <a:gd name="connsiteY9" fmla="*/ 246535 h 248186"/>
                <a:gd name="connsiteX10" fmla="*/ 1264176 w 1264176"/>
                <a:gd name="connsiteY10" fmla="*/ 248186 h 248186"/>
                <a:gd name="connsiteX0" fmla="*/ 1264176 w 1264176"/>
                <a:gd name="connsiteY0" fmla="*/ 248186 h 248186"/>
                <a:gd name="connsiteX1" fmla="*/ 902 w 1264176"/>
                <a:gd name="connsiteY1" fmla="*/ 248186 h 248186"/>
                <a:gd name="connsiteX2" fmla="*/ 0 w 1264176"/>
                <a:gd name="connsiteY2" fmla="*/ 193068 h 248186"/>
                <a:gd name="connsiteX3" fmla="*/ 1118190 w 1264176"/>
                <a:gd name="connsiteY3" fmla="*/ 192497 h 248186"/>
                <a:gd name="connsiteX4" fmla="*/ 971505 w 1264176"/>
                <a:gd name="connsiteY4" fmla="*/ 219 h 248186"/>
                <a:gd name="connsiteX5" fmla="*/ 1029544 w 1264176"/>
                <a:gd name="connsiteY5" fmla="*/ 219 h 248186"/>
                <a:gd name="connsiteX6" fmla="*/ 1049800 w 1264176"/>
                <a:gd name="connsiteY6" fmla="*/ 12347 h 248186"/>
                <a:gd name="connsiteX7" fmla="*/ 1114316 w 1264176"/>
                <a:gd name="connsiteY7" fmla="*/ 105057 h 248186"/>
                <a:gd name="connsiteX8" fmla="*/ 1258335 w 1264176"/>
                <a:gd name="connsiteY8" fmla="*/ 242090 h 248186"/>
                <a:gd name="connsiteX9" fmla="*/ 1263541 w 1264176"/>
                <a:gd name="connsiteY9" fmla="*/ 246535 h 248186"/>
                <a:gd name="connsiteX10" fmla="*/ 1264176 w 1264176"/>
                <a:gd name="connsiteY10" fmla="*/ 248186 h 248186"/>
                <a:gd name="connsiteX0" fmla="*/ 1264176 w 1264176"/>
                <a:gd name="connsiteY0" fmla="*/ 248186 h 248186"/>
                <a:gd name="connsiteX1" fmla="*/ 902 w 1264176"/>
                <a:gd name="connsiteY1" fmla="*/ 248186 h 248186"/>
                <a:gd name="connsiteX2" fmla="*/ 0 w 1264176"/>
                <a:gd name="connsiteY2" fmla="*/ 193068 h 248186"/>
                <a:gd name="connsiteX3" fmla="*/ 1118190 w 1264176"/>
                <a:gd name="connsiteY3" fmla="*/ 192497 h 248186"/>
                <a:gd name="connsiteX4" fmla="*/ 971505 w 1264176"/>
                <a:gd name="connsiteY4" fmla="*/ 219 h 248186"/>
                <a:gd name="connsiteX5" fmla="*/ 1029544 w 1264176"/>
                <a:gd name="connsiteY5" fmla="*/ 219 h 248186"/>
                <a:gd name="connsiteX6" fmla="*/ 1049800 w 1264176"/>
                <a:gd name="connsiteY6" fmla="*/ 12347 h 248186"/>
                <a:gd name="connsiteX7" fmla="*/ 1114316 w 1264176"/>
                <a:gd name="connsiteY7" fmla="*/ 105057 h 248186"/>
                <a:gd name="connsiteX8" fmla="*/ 1258335 w 1264176"/>
                <a:gd name="connsiteY8" fmla="*/ 242090 h 248186"/>
                <a:gd name="connsiteX9" fmla="*/ 1263541 w 1264176"/>
                <a:gd name="connsiteY9" fmla="*/ 246535 h 248186"/>
                <a:gd name="connsiteX10" fmla="*/ 1264176 w 1264176"/>
                <a:gd name="connsiteY10" fmla="*/ 248186 h 248186"/>
                <a:gd name="connsiteX0" fmla="*/ 1264176 w 1264176"/>
                <a:gd name="connsiteY0" fmla="*/ 248186 h 248186"/>
                <a:gd name="connsiteX1" fmla="*/ 331 w 1264176"/>
                <a:gd name="connsiteY1" fmla="*/ 247615 h 248186"/>
                <a:gd name="connsiteX2" fmla="*/ 0 w 1264176"/>
                <a:gd name="connsiteY2" fmla="*/ 193068 h 248186"/>
                <a:gd name="connsiteX3" fmla="*/ 1118190 w 1264176"/>
                <a:gd name="connsiteY3" fmla="*/ 192497 h 248186"/>
                <a:gd name="connsiteX4" fmla="*/ 971505 w 1264176"/>
                <a:gd name="connsiteY4" fmla="*/ 219 h 248186"/>
                <a:gd name="connsiteX5" fmla="*/ 1029544 w 1264176"/>
                <a:gd name="connsiteY5" fmla="*/ 219 h 248186"/>
                <a:gd name="connsiteX6" fmla="*/ 1049800 w 1264176"/>
                <a:gd name="connsiteY6" fmla="*/ 12347 h 248186"/>
                <a:gd name="connsiteX7" fmla="*/ 1114316 w 1264176"/>
                <a:gd name="connsiteY7" fmla="*/ 105057 h 248186"/>
                <a:gd name="connsiteX8" fmla="*/ 1258335 w 1264176"/>
                <a:gd name="connsiteY8" fmla="*/ 242090 h 248186"/>
                <a:gd name="connsiteX9" fmla="*/ 1263541 w 1264176"/>
                <a:gd name="connsiteY9" fmla="*/ 246535 h 248186"/>
                <a:gd name="connsiteX10" fmla="*/ 1264176 w 1264176"/>
                <a:gd name="connsiteY10" fmla="*/ 248186 h 2481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264176" h="248186">
                  <a:moveTo>
                    <a:pt x="1264176" y="248186"/>
                  </a:moveTo>
                  <a:lnTo>
                    <a:pt x="331" y="247615"/>
                  </a:lnTo>
                  <a:cubicBezTo>
                    <a:pt x="-110" y="229052"/>
                    <a:pt x="441" y="211631"/>
                    <a:pt x="0" y="193068"/>
                  </a:cubicBezTo>
                  <a:lnTo>
                    <a:pt x="1118190" y="192497"/>
                  </a:lnTo>
                  <a:cubicBezTo>
                    <a:pt x="1060341" y="134140"/>
                    <a:pt x="1007065" y="74768"/>
                    <a:pt x="971505" y="219"/>
                  </a:cubicBezTo>
                  <a:cubicBezTo>
                    <a:pt x="991888" y="219"/>
                    <a:pt x="1010748" y="854"/>
                    <a:pt x="1029544" y="219"/>
                  </a:cubicBezTo>
                  <a:cubicBezTo>
                    <a:pt x="1038336" y="-1141"/>
                    <a:pt x="1046848" y="3956"/>
                    <a:pt x="1049800" y="12347"/>
                  </a:cubicBezTo>
                  <a:cubicBezTo>
                    <a:pt x="1067362" y="45816"/>
                    <a:pt x="1089035" y="76961"/>
                    <a:pt x="1114316" y="105057"/>
                  </a:cubicBezTo>
                  <a:cubicBezTo>
                    <a:pt x="1157944" y="155126"/>
                    <a:pt x="1206160" y="201004"/>
                    <a:pt x="1258335" y="242090"/>
                  </a:cubicBezTo>
                  <a:cubicBezTo>
                    <a:pt x="1260113" y="243551"/>
                    <a:pt x="1261890" y="245011"/>
                    <a:pt x="1263541" y="246535"/>
                  </a:cubicBezTo>
                  <a:cubicBezTo>
                    <a:pt x="1263859" y="246599"/>
                    <a:pt x="1263859" y="247170"/>
                    <a:pt x="1264176" y="248186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6" name="Freeform 25">
              <a:extLst>
                <a:ext uri="{FF2B5EF4-FFF2-40B4-BE49-F238E27FC236}">
                  <a16:creationId xmlns:a16="http://schemas.microsoft.com/office/drawing/2014/main" id="{17BA7C41-EA1C-2F4D-90C7-EC472AB85B8A}"/>
                </a:ext>
              </a:extLst>
            </p:cNvPr>
            <p:cNvSpPr/>
            <p:nvPr/>
          </p:nvSpPr>
          <p:spPr>
            <a:xfrm>
              <a:off x="4768849" y="3504279"/>
              <a:ext cx="1589355" cy="2436629"/>
            </a:xfrm>
            <a:custGeom>
              <a:avLst/>
              <a:gdLst>
                <a:gd name="connsiteX0" fmla="*/ 275717 w 381000"/>
                <a:gd name="connsiteY0" fmla="*/ 292862 h 584200"/>
                <a:gd name="connsiteX1" fmla="*/ 0 w 381000"/>
                <a:gd name="connsiteY1" fmla="*/ 762 h 584200"/>
                <a:gd name="connsiteX2" fmla="*/ 5779 w 381000"/>
                <a:gd name="connsiteY2" fmla="*/ 0 h 584200"/>
                <a:gd name="connsiteX3" fmla="*/ 65532 w 381000"/>
                <a:gd name="connsiteY3" fmla="*/ 0 h 584200"/>
                <a:gd name="connsiteX4" fmla="*/ 73089 w 381000"/>
                <a:gd name="connsiteY4" fmla="*/ 4191 h 584200"/>
                <a:gd name="connsiteX5" fmla="*/ 202629 w 381000"/>
                <a:gd name="connsiteY5" fmla="*/ 164973 h 584200"/>
                <a:gd name="connsiteX6" fmla="*/ 377889 w 381000"/>
                <a:gd name="connsiteY6" fmla="*/ 290449 h 584200"/>
                <a:gd name="connsiteX7" fmla="*/ 381318 w 381000"/>
                <a:gd name="connsiteY7" fmla="*/ 292481 h 584200"/>
                <a:gd name="connsiteX8" fmla="*/ 340043 w 381000"/>
                <a:gd name="connsiteY8" fmla="*/ 317881 h 584200"/>
                <a:gd name="connsiteX9" fmla="*/ 126238 w 381000"/>
                <a:gd name="connsiteY9" fmla="*/ 500698 h 584200"/>
                <a:gd name="connsiteX10" fmla="*/ 74358 w 381000"/>
                <a:gd name="connsiteY10" fmla="*/ 579120 h 584200"/>
                <a:gd name="connsiteX11" fmla="*/ 65024 w 381000"/>
                <a:gd name="connsiteY11" fmla="*/ 584708 h 584200"/>
                <a:gd name="connsiteX12" fmla="*/ 0 w 381000"/>
                <a:gd name="connsiteY12" fmla="*/ 584708 h 584200"/>
                <a:gd name="connsiteX13" fmla="*/ 275717 w 381000"/>
                <a:gd name="connsiteY13" fmla="*/ 292862 h 584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81000" h="584200">
                  <a:moveTo>
                    <a:pt x="275717" y="292862"/>
                  </a:moveTo>
                  <a:cubicBezTo>
                    <a:pt x="157290" y="220155"/>
                    <a:pt x="68517" y="120840"/>
                    <a:pt x="0" y="762"/>
                  </a:cubicBezTo>
                  <a:cubicBezTo>
                    <a:pt x="1912" y="408"/>
                    <a:pt x="3840" y="154"/>
                    <a:pt x="5779" y="0"/>
                  </a:cubicBezTo>
                  <a:cubicBezTo>
                    <a:pt x="25654" y="0"/>
                    <a:pt x="45593" y="0"/>
                    <a:pt x="65532" y="0"/>
                  </a:cubicBezTo>
                  <a:cubicBezTo>
                    <a:pt x="68552" y="194"/>
                    <a:pt x="71325" y="1732"/>
                    <a:pt x="73089" y="4191"/>
                  </a:cubicBezTo>
                  <a:cubicBezTo>
                    <a:pt x="105855" y="66230"/>
                    <a:pt x="150940" y="118491"/>
                    <a:pt x="202629" y="164973"/>
                  </a:cubicBezTo>
                  <a:cubicBezTo>
                    <a:pt x="256618" y="212664"/>
                    <a:pt x="315344" y="254708"/>
                    <a:pt x="377889" y="290449"/>
                  </a:cubicBezTo>
                  <a:lnTo>
                    <a:pt x="381318" y="292481"/>
                  </a:lnTo>
                  <a:cubicBezTo>
                    <a:pt x="367221" y="301180"/>
                    <a:pt x="353568" y="309372"/>
                    <a:pt x="340043" y="317881"/>
                  </a:cubicBezTo>
                  <a:cubicBezTo>
                    <a:pt x="260224" y="368681"/>
                    <a:pt x="186246" y="426593"/>
                    <a:pt x="126238" y="500698"/>
                  </a:cubicBezTo>
                  <a:cubicBezTo>
                    <a:pt x="106331" y="525012"/>
                    <a:pt x="88949" y="551288"/>
                    <a:pt x="74358" y="579120"/>
                  </a:cubicBezTo>
                  <a:cubicBezTo>
                    <a:pt x="72939" y="582938"/>
                    <a:pt x="69060" y="585261"/>
                    <a:pt x="65024" y="584708"/>
                  </a:cubicBezTo>
                  <a:cubicBezTo>
                    <a:pt x="43879" y="584391"/>
                    <a:pt x="22733" y="584708"/>
                    <a:pt x="0" y="584708"/>
                  </a:cubicBezTo>
                  <a:cubicBezTo>
                    <a:pt x="68517" y="464693"/>
                    <a:pt x="157862" y="365951"/>
                    <a:pt x="275717" y="292862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7" name="Freeform 26">
              <a:extLst>
                <a:ext uri="{FF2B5EF4-FFF2-40B4-BE49-F238E27FC236}">
                  <a16:creationId xmlns:a16="http://schemas.microsoft.com/office/drawing/2014/main" id="{2F450B4C-241D-A544-BBEF-175E01D6A139}"/>
                </a:ext>
              </a:extLst>
            </p:cNvPr>
            <p:cNvSpPr/>
            <p:nvPr userDrawn="1"/>
          </p:nvSpPr>
          <p:spPr>
            <a:xfrm flipV="1">
              <a:off x="-1420" y="4902788"/>
              <a:ext cx="5273560" cy="1035156"/>
            </a:xfrm>
            <a:custGeom>
              <a:avLst/>
              <a:gdLst>
                <a:gd name="connsiteX0" fmla="*/ 749871 w 749300"/>
                <a:gd name="connsiteY0" fmla="*/ 248186 h 247650"/>
                <a:gd name="connsiteX1" fmla="*/ 0 w 749300"/>
                <a:gd name="connsiteY1" fmla="*/ 248186 h 247650"/>
                <a:gd name="connsiteX2" fmla="*/ 0 w 749300"/>
                <a:gd name="connsiteY2" fmla="*/ 192497 h 247650"/>
                <a:gd name="connsiteX3" fmla="*/ 603885 w 749300"/>
                <a:gd name="connsiteY3" fmla="*/ 192497 h 247650"/>
                <a:gd name="connsiteX4" fmla="*/ 457200 w 749300"/>
                <a:gd name="connsiteY4" fmla="*/ 219 h 247650"/>
                <a:gd name="connsiteX5" fmla="*/ 515239 w 749300"/>
                <a:gd name="connsiteY5" fmla="*/ 219 h 247650"/>
                <a:gd name="connsiteX6" fmla="*/ 535495 w 749300"/>
                <a:gd name="connsiteY6" fmla="*/ 12347 h 247650"/>
                <a:gd name="connsiteX7" fmla="*/ 600011 w 749300"/>
                <a:gd name="connsiteY7" fmla="*/ 105057 h 247650"/>
                <a:gd name="connsiteX8" fmla="*/ 744030 w 749300"/>
                <a:gd name="connsiteY8" fmla="*/ 242090 h 247650"/>
                <a:gd name="connsiteX9" fmla="*/ 749236 w 749300"/>
                <a:gd name="connsiteY9" fmla="*/ 246535 h 247650"/>
                <a:gd name="connsiteX10" fmla="*/ 749871 w 749300"/>
                <a:gd name="connsiteY10" fmla="*/ 248186 h 247650"/>
                <a:gd name="connsiteX0" fmla="*/ 1670881 w 1670881"/>
                <a:gd name="connsiteY0" fmla="*/ 248186 h 248186"/>
                <a:gd name="connsiteX1" fmla="*/ 921010 w 1670881"/>
                <a:gd name="connsiteY1" fmla="*/ 248186 h 248186"/>
                <a:gd name="connsiteX2" fmla="*/ 0 w 1670881"/>
                <a:gd name="connsiteY2" fmla="*/ 192497 h 248186"/>
                <a:gd name="connsiteX3" fmla="*/ 1524895 w 1670881"/>
                <a:gd name="connsiteY3" fmla="*/ 192497 h 248186"/>
                <a:gd name="connsiteX4" fmla="*/ 1378210 w 1670881"/>
                <a:gd name="connsiteY4" fmla="*/ 219 h 248186"/>
                <a:gd name="connsiteX5" fmla="*/ 1436249 w 1670881"/>
                <a:gd name="connsiteY5" fmla="*/ 219 h 248186"/>
                <a:gd name="connsiteX6" fmla="*/ 1456505 w 1670881"/>
                <a:gd name="connsiteY6" fmla="*/ 12347 h 248186"/>
                <a:gd name="connsiteX7" fmla="*/ 1521021 w 1670881"/>
                <a:gd name="connsiteY7" fmla="*/ 105057 h 248186"/>
                <a:gd name="connsiteX8" fmla="*/ 1665040 w 1670881"/>
                <a:gd name="connsiteY8" fmla="*/ 242090 h 248186"/>
                <a:gd name="connsiteX9" fmla="*/ 1670246 w 1670881"/>
                <a:gd name="connsiteY9" fmla="*/ 246535 h 248186"/>
                <a:gd name="connsiteX10" fmla="*/ 1670881 w 1670881"/>
                <a:gd name="connsiteY10" fmla="*/ 248186 h 248186"/>
                <a:gd name="connsiteX0" fmla="*/ 1670881 w 1670881"/>
                <a:gd name="connsiteY0" fmla="*/ 248186 h 248186"/>
                <a:gd name="connsiteX1" fmla="*/ 1324 w 1670881"/>
                <a:gd name="connsiteY1" fmla="*/ 248186 h 248186"/>
                <a:gd name="connsiteX2" fmla="*/ 0 w 1670881"/>
                <a:gd name="connsiteY2" fmla="*/ 192497 h 248186"/>
                <a:gd name="connsiteX3" fmla="*/ 1524895 w 1670881"/>
                <a:gd name="connsiteY3" fmla="*/ 192497 h 248186"/>
                <a:gd name="connsiteX4" fmla="*/ 1378210 w 1670881"/>
                <a:gd name="connsiteY4" fmla="*/ 219 h 248186"/>
                <a:gd name="connsiteX5" fmla="*/ 1436249 w 1670881"/>
                <a:gd name="connsiteY5" fmla="*/ 219 h 248186"/>
                <a:gd name="connsiteX6" fmla="*/ 1456505 w 1670881"/>
                <a:gd name="connsiteY6" fmla="*/ 12347 h 248186"/>
                <a:gd name="connsiteX7" fmla="*/ 1521021 w 1670881"/>
                <a:gd name="connsiteY7" fmla="*/ 105057 h 248186"/>
                <a:gd name="connsiteX8" fmla="*/ 1665040 w 1670881"/>
                <a:gd name="connsiteY8" fmla="*/ 242090 h 248186"/>
                <a:gd name="connsiteX9" fmla="*/ 1670246 w 1670881"/>
                <a:gd name="connsiteY9" fmla="*/ 246535 h 248186"/>
                <a:gd name="connsiteX10" fmla="*/ 1670881 w 1670881"/>
                <a:gd name="connsiteY10" fmla="*/ 248186 h 248186"/>
                <a:gd name="connsiteX0" fmla="*/ 1669638 w 1669638"/>
                <a:gd name="connsiteY0" fmla="*/ 248186 h 248186"/>
                <a:gd name="connsiteX1" fmla="*/ 81 w 1669638"/>
                <a:gd name="connsiteY1" fmla="*/ 248186 h 248186"/>
                <a:gd name="connsiteX2" fmla="*/ 742 w 1669638"/>
                <a:gd name="connsiteY2" fmla="*/ 192497 h 248186"/>
                <a:gd name="connsiteX3" fmla="*/ 1523652 w 1669638"/>
                <a:gd name="connsiteY3" fmla="*/ 192497 h 248186"/>
                <a:gd name="connsiteX4" fmla="*/ 1376967 w 1669638"/>
                <a:gd name="connsiteY4" fmla="*/ 219 h 248186"/>
                <a:gd name="connsiteX5" fmla="*/ 1435006 w 1669638"/>
                <a:gd name="connsiteY5" fmla="*/ 219 h 248186"/>
                <a:gd name="connsiteX6" fmla="*/ 1455262 w 1669638"/>
                <a:gd name="connsiteY6" fmla="*/ 12347 h 248186"/>
                <a:gd name="connsiteX7" fmla="*/ 1519778 w 1669638"/>
                <a:gd name="connsiteY7" fmla="*/ 105057 h 248186"/>
                <a:gd name="connsiteX8" fmla="*/ 1663797 w 1669638"/>
                <a:gd name="connsiteY8" fmla="*/ 242090 h 248186"/>
                <a:gd name="connsiteX9" fmla="*/ 1669003 w 1669638"/>
                <a:gd name="connsiteY9" fmla="*/ 246535 h 248186"/>
                <a:gd name="connsiteX10" fmla="*/ 1669638 w 1669638"/>
                <a:gd name="connsiteY10" fmla="*/ 248186 h 248186"/>
                <a:gd name="connsiteX0" fmla="*/ 1668896 w 1668896"/>
                <a:gd name="connsiteY0" fmla="*/ 248186 h 248186"/>
                <a:gd name="connsiteX1" fmla="*/ 331 w 1668896"/>
                <a:gd name="connsiteY1" fmla="*/ 247193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  <a:gd name="connsiteX0" fmla="*/ 1669638 w 1669638"/>
                <a:gd name="connsiteY0" fmla="*/ 248186 h 248186"/>
                <a:gd name="connsiteX1" fmla="*/ 80 w 1669638"/>
                <a:gd name="connsiteY1" fmla="*/ 247193 h 248186"/>
                <a:gd name="connsiteX2" fmla="*/ 742 w 1669638"/>
                <a:gd name="connsiteY2" fmla="*/ 192497 h 248186"/>
                <a:gd name="connsiteX3" fmla="*/ 1523652 w 1669638"/>
                <a:gd name="connsiteY3" fmla="*/ 192497 h 248186"/>
                <a:gd name="connsiteX4" fmla="*/ 1376967 w 1669638"/>
                <a:gd name="connsiteY4" fmla="*/ 219 h 248186"/>
                <a:gd name="connsiteX5" fmla="*/ 1435006 w 1669638"/>
                <a:gd name="connsiteY5" fmla="*/ 219 h 248186"/>
                <a:gd name="connsiteX6" fmla="*/ 1455262 w 1669638"/>
                <a:gd name="connsiteY6" fmla="*/ 12347 h 248186"/>
                <a:gd name="connsiteX7" fmla="*/ 1519778 w 1669638"/>
                <a:gd name="connsiteY7" fmla="*/ 105057 h 248186"/>
                <a:gd name="connsiteX8" fmla="*/ 1663797 w 1669638"/>
                <a:gd name="connsiteY8" fmla="*/ 242090 h 248186"/>
                <a:gd name="connsiteX9" fmla="*/ 1669003 w 1669638"/>
                <a:gd name="connsiteY9" fmla="*/ 246535 h 248186"/>
                <a:gd name="connsiteX10" fmla="*/ 1669638 w 1669638"/>
                <a:gd name="connsiteY10" fmla="*/ 248186 h 248186"/>
                <a:gd name="connsiteX0" fmla="*/ 1668896 w 1668896"/>
                <a:gd name="connsiteY0" fmla="*/ 248186 h 248186"/>
                <a:gd name="connsiteX1" fmla="*/ 331 w 1668896"/>
                <a:gd name="connsiteY1" fmla="*/ 248186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  <a:gd name="connsiteX0" fmla="*/ 1668896 w 1668896"/>
                <a:gd name="connsiteY0" fmla="*/ 248186 h 248186"/>
                <a:gd name="connsiteX1" fmla="*/ 405622 w 1668896"/>
                <a:gd name="connsiteY1" fmla="*/ 248186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  <a:gd name="connsiteX0" fmla="*/ 1264176 w 1264176"/>
                <a:gd name="connsiteY0" fmla="*/ 248186 h 248186"/>
                <a:gd name="connsiteX1" fmla="*/ 902 w 1264176"/>
                <a:gd name="connsiteY1" fmla="*/ 248186 h 248186"/>
                <a:gd name="connsiteX2" fmla="*/ 0 w 1264176"/>
                <a:gd name="connsiteY2" fmla="*/ 193068 h 248186"/>
                <a:gd name="connsiteX3" fmla="*/ 1118190 w 1264176"/>
                <a:gd name="connsiteY3" fmla="*/ 192497 h 248186"/>
                <a:gd name="connsiteX4" fmla="*/ 971505 w 1264176"/>
                <a:gd name="connsiteY4" fmla="*/ 219 h 248186"/>
                <a:gd name="connsiteX5" fmla="*/ 1029544 w 1264176"/>
                <a:gd name="connsiteY5" fmla="*/ 219 h 248186"/>
                <a:gd name="connsiteX6" fmla="*/ 1049800 w 1264176"/>
                <a:gd name="connsiteY6" fmla="*/ 12347 h 248186"/>
                <a:gd name="connsiteX7" fmla="*/ 1114316 w 1264176"/>
                <a:gd name="connsiteY7" fmla="*/ 105057 h 248186"/>
                <a:gd name="connsiteX8" fmla="*/ 1258335 w 1264176"/>
                <a:gd name="connsiteY8" fmla="*/ 242090 h 248186"/>
                <a:gd name="connsiteX9" fmla="*/ 1263541 w 1264176"/>
                <a:gd name="connsiteY9" fmla="*/ 246535 h 248186"/>
                <a:gd name="connsiteX10" fmla="*/ 1264176 w 1264176"/>
                <a:gd name="connsiteY10" fmla="*/ 248186 h 248186"/>
                <a:gd name="connsiteX0" fmla="*/ 1264176 w 1264176"/>
                <a:gd name="connsiteY0" fmla="*/ 248186 h 248186"/>
                <a:gd name="connsiteX1" fmla="*/ 902 w 1264176"/>
                <a:gd name="connsiteY1" fmla="*/ 248186 h 248186"/>
                <a:gd name="connsiteX2" fmla="*/ 0 w 1264176"/>
                <a:gd name="connsiteY2" fmla="*/ 193068 h 248186"/>
                <a:gd name="connsiteX3" fmla="*/ 1118190 w 1264176"/>
                <a:gd name="connsiteY3" fmla="*/ 192497 h 248186"/>
                <a:gd name="connsiteX4" fmla="*/ 971505 w 1264176"/>
                <a:gd name="connsiteY4" fmla="*/ 219 h 248186"/>
                <a:gd name="connsiteX5" fmla="*/ 1029544 w 1264176"/>
                <a:gd name="connsiteY5" fmla="*/ 219 h 248186"/>
                <a:gd name="connsiteX6" fmla="*/ 1049800 w 1264176"/>
                <a:gd name="connsiteY6" fmla="*/ 12347 h 248186"/>
                <a:gd name="connsiteX7" fmla="*/ 1114316 w 1264176"/>
                <a:gd name="connsiteY7" fmla="*/ 105057 h 248186"/>
                <a:gd name="connsiteX8" fmla="*/ 1258335 w 1264176"/>
                <a:gd name="connsiteY8" fmla="*/ 242090 h 248186"/>
                <a:gd name="connsiteX9" fmla="*/ 1263541 w 1264176"/>
                <a:gd name="connsiteY9" fmla="*/ 246535 h 248186"/>
                <a:gd name="connsiteX10" fmla="*/ 1264176 w 1264176"/>
                <a:gd name="connsiteY10" fmla="*/ 248186 h 248186"/>
                <a:gd name="connsiteX0" fmla="*/ 1264176 w 1264176"/>
                <a:gd name="connsiteY0" fmla="*/ 248186 h 248186"/>
                <a:gd name="connsiteX1" fmla="*/ 902 w 1264176"/>
                <a:gd name="connsiteY1" fmla="*/ 248186 h 248186"/>
                <a:gd name="connsiteX2" fmla="*/ 0 w 1264176"/>
                <a:gd name="connsiteY2" fmla="*/ 193068 h 248186"/>
                <a:gd name="connsiteX3" fmla="*/ 1118190 w 1264176"/>
                <a:gd name="connsiteY3" fmla="*/ 192497 h 248186"/>
                <a:gd name="connsiteX4" fmla="*/ 971505 w 1264176"/>
                <a:gd name="connsiteY4" fmla="*/ 219 h 248186"/>
                <a:gd name="connsiteX5" fmla="*/ 1029544 w 1264176"/>
                <a:gd name="connsiteY5" fmla="*/ 219 h 248186"/>
                <a:gd name="connsiteX6" fmla="*/ 1049800 w 1264176"/>
                <a:gd name="connsiteY6" fmla="*/ 12347 h 248186"/>
                <a:gd name="connsiteX7" fmla="*/ 1114316 w 1264176"/>
                <a:gd name="connsiteY7" fmla="*/ 105057 h 248186"/>
                <a:gd name="connsiteX8" fmla="*/ 1258335 w 1264176"/>
                <a:gd name="connsiteY8" fmla="*/ 242090 h 248186"/>
                <a:gd name="connsiteX9" fmla="*/ 1263541 w 1264176"/>
                <a:gd name="connsiteY9" fmla="*/ 246535 h 248186"/>
                <a:gd name="connsiteX10" fmla="*/ 1264176 w 1264176"/>
                <a:gd name="connsiteY10" fmla="*/ 248186 h 248186"/>
                <a:gd name="connsiteX0" fmla="*/ 1264176 w 1264176"/>
                <a:gd name="connsiteY0" fmla="*/ 248186 h 248186"/>
                <a:gd name="connsiteX1" fmla="*/ 331 w 1264176"/>
                <a:gd name="connsiteY1" fmla="*/ 247615 h 248186"/>
                <a:gd name="connsiteX2" fmla="*/ 0 w 1264176"/>
                <a:gd name="connsiteY2" fmla="*/ 193068 h 248186"/>
                <a:gd name="connsiteX3" fmla="*/ 1118190 w 1264176"/>
                <a:gd name="connsiteY3" fmla="*/ 192497 h 248186"/>
                <a:gd name="connsiteX4" fmla="*/ 971505 w 1264176"/>
                <a:gd name="connsiteY4" fmla="*/ 219 h 248186"/>
                <a:gd name="connsiteX5" fmla="*/ 1029544 w 1264176"/>
                <a:gd name="connsiteY5" fmla="*/ 219 h 248186"/>
                <a:gd name="connsiteX6" fmla="*/ 1049800 w 1264176"/>
                <a:gd name="connsiteY6" fmla="*/ 12347 h 248186"/>
                <a:gd name="connsiteX7" fmla="*/ 1114316 w 1264176"/>
                <a:gd name="connsiteY7" fmla="*/ 105057 h 248186"/>
                <a:gd name="connsiteX8" fmla="*/ 1258335 w 1264176"/>
                <a:gd name="connsiteY8" fmla="*/ 242090 h 248186"/>
                <a:gd name="connsiteX9" fmla="*/ 1263541 w 1264176"/>
                <a:gd name="connsiteY9" fmla="*/ 246535 h 248186"/>
                <a:gd name="connsiteX10" fmla="*/ 1264176 w 1264176"/>
                <a:gd name="connsiteY10" fmla="*/ 248186 h 2481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264176" h="248186">
                  <a:moveTo>
                    <a:pt x="1264176" y="248186"/>
                  </a:moveTo>
                  <a:lnTo>
                    <a:pt x="331" y="247615"/>
                  </a:lnTo>
                  <a:cubicBezTo>
                    <a:pt x="-110" y="229052"/>
                    <a:pt x="441" y="211631"/>
                    <a:pt x="0" y="193068"/>
                  </a:cubicBezTo>
                  <a:lnTo>
                    <a:pt x="1118190" y="192497"/>
                  </a:lnTo>
                  <a:cubicBezTo>
                    <a:pt x="1060341" y="134140"/>
                    <a:pt x="1007065" y="74768"/>
                    <a:pt x="971505" y="219"/>
                  </a:cubicBezTo>
                  <a:cubicBezTo>
                    <a:pt x="991888" y="219"/>
                    <a:pt x="1010748" y="854"/>
                    <a:pt x="1029544" y="219"/>
                  </a:cubicBezTo>
                  <a:cubicBezTo>
                    <a:pt x="1038336" y="-1141"/>
                    <a:pt x="1046848" y="3956"/>
                    <a:pt x="1049800" y="12347"/>
                  </a:cubicBezTo>
                  <a:cubicBezTo>
                    <a:pt x="1067362" y="45816"/>
                    <a:pt x="1089035" y="76961"/>
                    <a:pt x="1114316" y="105057"/>
                  </a:cubicBezTo>
                  <a:cubicBezTo>
                    <a:pt x="1157944" y="155126"/>
                    <a:pt x="1206160" y="201004"/>
                    <a:pt x="1258335" y="242090"/>
                  </a:cubicBezTo>
                  <a:cubicBezTo>
                    <a:pt x="1260113" y="243551"/>
                    <a:pt x="1261890" y="245011"/>
                    <a:pt x="1263541" y="246535"/>
                  </a:cubicBezTo>
                  <a:cubicBezTo>
                    <a:pt x="1263859" y="246599"/>
                    <a:pt x="1263859" y="247170"/>
                    <a:pt x="1264176" y="248186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</p:spTree>
    <p:extLst>
      <p:ext uri="{BB962C8B-B14F-4D97-AF65-F5344CB8AC3E}">
        <p14:creationId xmlns:p14="http://schemas.microsoft.com/office/powerpoint/2010/main" val="98643442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634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ction Tips">
    <p:bg>
      <p:bgPr>
        <a:solidFill>
          <a:srgbClr val="EB62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254240" y="0"/>
            <a:ext cx="4937760" cy="6858000"/>
          </a:xfrm>
          <a:prstGeom prst="rect">
            <a:avLst/>
          </a:prstGeom>
        </p:spPr>
      </p:pic>
      <p:pic>
        <p:nvPicPr>
          <p:cNvPr id="6" name="Graphic 29">
            <a:extLst>
              <a:ext uri="{FF2B5EF4-FFF2-40B4-BE49-F238E27FC236}">
                <a16:creationId xmlns:a16="http://schemas.microsoft.com/office/drawing/2014/main" id="{572E6A4A-143B-E94B-A1BF-29C50E635AE7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0900" y="302477"/>
            <a:ext cx="2643023" cy="1610367"/>
          </a:xfrm>
          <a:prstGeom prst="rect">
            <a:avLst/>
          </a:prstGeom>
        </p:spPr>
      </p:pic>
      <p:sp>
        <p:nvSpPr>
          <p:cNvPr id="7" name="Text Placeholder 6"/>
          <p:cNvSpPr>
            <a:spLocks noGrp="1"/>
          </p:cNvSpPr>
          <p:nvPr>
            <p:ph type="body" sz="quarter" idx="12" hasCustomPrompt="1"/>
          </p:nvPr>
        </p:nvSpPr>
        <p:spPr>
          <a:xfrm>
            <a:off x="385300" y="5306004"/>
            <a:ext cx="3534471" cy="1186921"/>
          </a:xfr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15000"/>
              <a:buFontTx/>
              <a:buNone/>
              <a:tabLst/>
              <a:defRPr sz="1600" b="0"/>
            </a:lvl1pPr>
            <a:lvl2pPr marL="374650" indent="-285750">
              <a:buFont typeface="Arial" panose="020B0604020202020204" pitchFamily="34" charset="0"/>
              <a:buChar char="•"/>
              <a:defRPr/>
            </a:lvl2pPr>
            <a:lvl3pPr marL="88900" indent="0">
              <a:buNone/>
              <a:defRPr/>
            </a:lvl3pPr>
            <a:lvl4pPr marL="88900" indent="0">
              <a:buNone/>
              <a:defRPr/>
            </a:lvl4pPr>
            <a:lvl5pPr marL="88900" indent="0">
              <a:buNone/>
              <a:defRPr/>
            </a:lvl5pPr>
          </a:lstStyle>
          <a:p>
            <a:pPr lvl="0"/>
            <a:r>
              <a:rPr lang="en-US" dirty="0"/>
              <a:t>Edit text</a:t>
            </a:r>
          </a:p>
        </p:txBody>
      </p:sp>
      <p:sp>
        <p:nvSpPr>
          <p:cNvPr id="16" name="Title 1">
            <a:extLst>
              <a:ext uri="{FF2B5EF4-FFF2-40B4-BE49-F238E27FC236}">
                <a16:creationId xmlns:a16="http://schemas.microsoft.com/office/drawing/2014/main" id="{EBBB6D40-B4C9-8B4A-B2A6-126F6490637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85301" y="1914129"/>
            <a:ext cx="3592020" cy="2277604"/>
          </a:xfrm>
        </p:spPr>
        <p:txBody>
          <a:bodyPr anchor="b" anchorCtr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noProof="0" dirty="0"/>
              <a:t>CLICK TO EDIT TITLE</a:t>
            </a:r>
            <a:endParaRPr lang="en-GB" noProof="0" dirty="0"/>
          </a:p>
        </p:txBody>
      </p:sp>
      <p:grpSp>
        <p:nvGrpSpPr>
          <p:cNvPr id="2" name="Group 1"/>
          <p:cNvGrpSpPr/>
          <p:nvPr userDrawn="1"/>
        </p:nvGrpSpPr>
        <p:grpSpPr>
          <a:xfrm>
            <a:off x="-1420" y="3503895"/>
            <a:ext cx="6359624" cy="2437013"/>
            <a:chOff x="-1420" y="3503895"/>
            <a:chExt cx="6359624" cy="2437013"/>
          </a:xfrm>
          <a:solidFill>
            <a:srgbClr val="004050"/>
          </a:solidFill>
        </p:grpSpPr>
        <p:sp>
          <p:nvSpPr>
            <p:cNvPr id="36" name="Freeform 35">
              <a:extLst>
                <a:ext uri="{FF2B5EF4-FFF2-40B4-BE49-F238E27FC236}">
                  <a16:creationId xmlns:a16="http://schemas.microsoft.com/office/drawing/2014/main" id="{2F450B4C-241D-A544-BBEF-175E01D6A139}"/>
                </a:ext>
              </a:extLst>
            </p:cNvPr>
            <p:cNvSpPr/>
            <p:nvPr userDrawn="1"/>
          </p:nvSpPr>
          <p:spPr>
            <a:xfrm>
              <a:off x="-1420" y="3503895"/>
              <a:ext cx="5273560" cy="1035156"/>
            </a:xfrm>
            <a:custGeom>
              <a:avLst/>
              <a:gdLst>
                <a:gd name="connsiteX0" fmla="*/ 749871 w 749300"/>
                <a:gd name="connsiteY0" fmla="*/ 248186 h 247650"/>
                <a:gd name="connsiteX1" fmla="*/ 0 w 749300"/>
                <a:gd name="connsiteY1" fmla="*/ 248186 h 247650"/>
                <a:gd name="connsiteX2" fmla="*/ 0 w 749300"/>
                <a:gd name="connsiteY2" fmla="*/ 192497 h 247650"/>
                <a:gd name="connsiteX3" fmla="*/ 603885 w 749300"/>
                <a:gd name="connsiteY3" fmla="*/ 192497 h 247650"/>
                <a:gd name="connsiteX4" fmla="*/ 457200 w 749300"/>
                <a:gd name="connsiteY4" fmla="*/ 219 h 247650"/>
                <a:gd name="connsiteX5" fmla="*/ 515239 w 749300"/>
                <a:gd name="connsiteY5" fmla="*/ 219 h 247650"/>
                <a:gd name="connsiteX6" fmla="*/ 535495 w 749300"/>
                <a:gd name="connsiteY6" fmla="*/ 12347 h 247650"/>
                <a:gd name="connsiteX7" fmla="*/ 600011 w 749300"/>
                <a:gd name="connsiteY7" fmla="*/ 105057 h 247650"/>
                <a:gd name="connsiteX8" fmla="*/ 744030 w 749300"/>
                <a:gd name="connsiteY8" fmla="*/ 242090 h 247650"/>
                <a:gd name="connsiteX9" fmla="*/ 749236 w 749300"/>
                <a:gd name="connsiteY9" fmla="*/ 246535 h 247650"/>
                <a:gd name="connsiteX10" fmla="*/ 749871 w 749300"/>
                <a:gd name="connsiteY10" fmla="*/ 248186 h 247650"/>
                <a:gd name="connsiteX0" fmla="*/ 1670881 w 1670881"/>
                <a:gd name="connsiteY0" fmla="*/ 248186 h 248186"/>
                <a:gd name="connsiteX1" fmla="*/ 921010 w 1670881"/>
                <a:gd name="connsiteY1" fmla="*/ 248186 h 248186"/>
                <a:gd name="connsiteX2" fmla="*/ 0 w 1670881"/>
                <a:gd name="connsiteY2" fmla="*/ 192497 h 248186"/>
                <a:gd name="connsiteX3" fmla="*/ 1524895 w 1670881"/>
                <a:gd name="connsiteY3" fmla="*/ 192497 h 248186"/>
                <a:gd name="connsiteX4" fmla="*/ 1378210 w 1670881"/>
                <a:gd name="connsiteY4" fmla="*/ 219 h 248186"/>
                <a:gd name="connsiteX5" fmla="*/ 1436249 w 1670881"/>
                <a:gd name="connsiteY5" fmla="*/ 219 h 248186"/>
                <a:gd name="connsiteX6" fmla="*/ 1456505 w 1670881"/>
                <a:gd name="connsiteY6" fmla="*/ 12347 h 248186"/>
                <a:gd name="connsiteX7" fmla="*/ 1521021 w 1670881"/>
                <a:gd name="connsiteY7" fmla="*/ 105057 h 248186"/>
                <a:gd name="connsiteX8" fmla="*/ 1665040 w 1670881"/>
                <a:gd name="connsiteY8" fmla="*/ 242090 h 248186"/>
                <a:gd name="connsiteX9" fmla="*/ 1670246 w 1670881"/>
                <a:gd name="connsiteY9" fmla="*/ 246535 h 248186"/>
                <a:gd name="connsiteX10" fmla="*/ 1670881 w 1670881"/>
                <a:gd name="connsiteY10" fmla="*/ 248186 h 248186"/>
                <a:gd name="connsiteX0" fmla="*/ 1670881 w 1670881"/>
                <a:gd name="connsiteY0" fmla="*/ 248186 h 248186"/>
                <a:gd name="connsiteX1" fmla="*/ 1324 w 1670881"/>
                <a:gd name="connsiteY1" fmla="*/ 248186 h 248186"/>
                <a:gd name="connsiteX2" fmla="*/ 0 w 1670881"/>
                <a:gd name="connsiteY2" fmla="*/ 192497 h 248186"/>
                <a:gd name="connsiteX3" fmla="*/ 1524895 w 1670881"/>
                <a:gd name="connsiteY3" fmla="*/ 192497 h 248186"/>
                <a:gd name="connsiteX4" fmla="*/ 1378210 w 1670881"/>
                <a:gd name="connsiteY4" fmla="*/ 219 h 248186"/>
                <a:gd name="connsiteX5" fmla="*/ 1436249 w 1670881"/>
                <a:gd name="connsiteY5" fmla="*/ 219 h 248186"/>
                <a:gd name="connsiteX6" fmla="*/ 1456505 w 1670881"/>
                <a:gd name="connsiteY6" fmla="*/ 12347 h 248186"/>
                <a:gd name="connsiteX7" fmla="*/ 1521021 w 1670881"/>
                <a:gd name="connsiteY7" fmla="*/ 105057 h 248186"/>
                <a:gd name="connsiteX8" fmla="*/ 1665040 w 1670881"/>
                <a:gd name="connsiteY8" fmla="*/ 242090 h 248186"/>
                <a:gd name="connsiteX9" fmla="*/ 1670246 w 1670881"/>
                <a:gd name="connsiteY9" fmla="*/ 246535 h 248186"/>
                <a:gd name="connsiteX10" fmla="*/ 1670881 w 1670881"/>
                <a:gd name="connsiteY10" fmla="*/ 248186 h 248186"/>
                <a:gd name="connsiteX0" fmla="*/ 1669638 w 1669638"/>
                <a:gd name="connsiteY0" fmla="*/ 248186 h 248186"/>
                <a:gd name="connsiteX1" fmla="*/ 81 w 1669638"/>
                <a:gd name="connsiteY1" fmla="*/ 248186 h 248186"/>
                <a:gd name="connsiteX2" fmla="*/ 742 w 1669638"/>
                <a:gd name="connsiteY2" fmla="*/ 192497 h 248186"/>
                <a:gd name="connsiteX3" fmla="*/ 1523652 w 1669638"/>
                <a:gd name="connsiteY3" fmla="*/ 192497 h 248186"/>
                <a:gd name="connsiteX4" fmla="*/ 1376967 w 1669638"/>
                <a:gd name="connsiteY4" fmla="*/ 219 h 248186"/>
                <a:gd name="connsiteX5" fmla="*/ 1435006 w 1669638"/>
                <a:gd name="connsiteY5" fmla="*/ 219 h 248186"/>
                <a:gd name="connsiteX6" fmla="*/ 1455262 w 1669638"/>
                <a:gd name="connsiteY6" fmla="*/ 12347 h 248186"/>
                <a:gd name="connsiteX7" fmla="*/ 1519778 w 1669638"/>
                <a:gd name="connsiteY7" fmla="*/ 105057 h 248186"/>
                <a:gd name="connsiteX8" fmla="*/ 1663797 w 1669638"/>
                <a:gd name="connsiteY8" fmla="*/ 242090 h 248186"/>
                <a:gd name="connsiteX9" fmla="*/ 1669003 w 1669638"/>
                <a:gd name="connsiteY9" fmla="*/ 246535 h 248186"/>
                <a:gd name="connsiteX10" fmla="*/ 1669638 w 1669638"/>
                <a:gd name="connsiteY10" fmla="*/ 248186 h 248186"/>
                <a:gd name="connsiteX0" fmla="*/ 1668896 w 1668896"/>
                <a:gd name="connsiteY0" fmla="*/ 248186 h 248186"/>
                <a:gd name="connsiteX1" fmla="*/ 331 w 1668896"/>
                <a:gd name="connsiteY1" fmla="*/ 247193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  <a:gd name="connsiteX0" fmla="*/ 1669638 w 1669638"/>
                <a:gd name="connsiteY0" fmla="*/ 248186 h 248186"/>
                <a:gd name="connsiteX1" fmla="*/ 80 w 1669638"/>
                <a:gd name="connsiteY1" fmla="*/ 247193 h 248186"/>
                <a:gd name="connsiteX2" fmla="*/ 742 w 1669638"/>
                <a:gd name="connsiteY2" fmla="*/ 192497 h 248186"/>
                <a:gd name="connsiteX3" fmla="*/ 1523652 w 1669638"/>
                <a:gd name="connsiteY3" fmla="*/ 192497 h 248186"/>
                <a:gd name="connsiteX4" fmla="*/ 1376967 w 1669638"/>
                <a:gd name="connsiteY4" fmla="*/ 219 h 248186"/>
                <a:gd name="connsiteX5" fmla="*/ 1435006 w 1669638"/>
                <a:gd name="connsiteY5" fmla="*/ 219 h 248186"/>
                <a:gd name="connsiteX6" fmla="*/ 1455262 w 1669638"/>
                <a:gd name="connsiteY6" fmla="*/ 12347 h 248186"/>
                <a:gd name="connsiteX7" fmla="*/ 1519778 w 1669638"/>
                <a:gd name="connsiteY7" fmla="*/ 105057 h 248186"/>
                <a:gd name="connsiteX8" fmla="*/ 1663797 w 1669638"/>
                <a:gd name="connsiteY8" fmla="*/ 242090 h 248186"/>
                <a:gd name="connsiteX9" fmla="*/ 1669003 w 1669638"/>
                <a:gd name="connsiteY9" fmla="*/ 246535 h 248186"/>
                <a:gd name="connsiteX10" fmla="*/ 1669638 w 1669638"/>
                <a:gd name="connsiteY10" fmla="*/ 248186 h 248186"/>
                <a:gd name="connsiteX0" fmla="*/ 1668896 w 1668896"/>
                <a:gd name="connsiteY0" fmla="*/ 248186 h 248186"/>
                <a:gd name="connsiteX1" fmla="*/ 331 w 1668896"/>
                <a:gd name="connsiteY1" fmla="*/ 248186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  <a:gd name="connsiteX0" fmla="*/ 1668896 w 1668896"/>
                <a:gd name="connsiteY0" fmla="*/ 248186 h 248186"/>
                <a:gd name="connsiteX1" fmla="*/ 405622 w 1668896"/>
                <a:gd name="connsiteY1" fmla="*/ 248186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  <a:gd name="connsiteX0" fmla="*/ 1264176 w 1264176"/>
                <a:gd name="connsiteY0" fmla="*/ 248186 h 248186"/>
                <a:gd name="connsiteX1" fmla="*/ 902 w 1264176"/>
                <a:gd name="connsiteY1" fmla="*/ 248186 h 248186"/>
                <a:gd name="connsiteX2" fmla="*/ 0 w 1264176"/>
                <a:gd name="connsiteY2" fmla="*/ 193068 h 248186"/>
                <a:gd name="connsiteX3" fmla="*/ 1118190 w 1264176"/>
                <a:gd name="connsiteY3" fmla="*/ 192497 h 248186"/>
                <a:gd name="connsiteX4" fmla="*/ 971505 w 1264176"/>
                <a:gd name="connsiteY4" fmla="*/ 219 h 248186"/>
                <a:gd name="connsiteX5" fmla="*/ 1029544 w 1264176"/>
                <a:gd name="connsiteY5" fmla="*/ 219 h 248186"/>
                <a:gd name="connsiteX6" fmla="*/ 1049800 w 1264176"/>
                <a:gd name="connsiteY6" fmla="*/ 12347 h 248186"/>
                <a:gd name="connsiteX7" fmla="*/ 1114316 w 1264176"/>
                <a:gd name="connsiteY7" fmla="*/ 105057 h 248186"/>
                <a:gd name="connsiteX8" fmla="*/ 1258335 w 1264176"/>
                <a:gd name="connsiteY8" fmla="*/ 242090 h 248186"/>
                <a:gd name="connsiteX9" fmla="*/ 1263541 w 1264176"/>
                <a:gd name="connsiteY9" fmla="*/ 246535 h 248186"/>
                <a:gd name="connsiteX10" fmla="*/ 1264176 w 1264176"/>
                <a:gd name="connsiteY10" fmla="*/ 248186 h 248186"/>
                <a:gd name="connsiteX0" fmla="*/ 1264176 w 1264176"/>
                <a:gd name="connsiteY0" fmla="*/ 248186 h 248186"/>
                <a:gd name="connsiteX1" fmla="*/ 902 w 1264176"/>
                <a:gd name="connsiteY1" fmla="*/ 248186 h 248186"/>
                <a:gd name="connsiteX2" fmla="*/ 0 w 1264176"/>
                <a:gd name="connsiteY2" fmla="*/ 193068 h 248186"/>
                <a:gd name="connsiteX3" fmla="*/ 1118190 w 1264176"/>
                <a:gd name="connsiteY3" fmla="*/ 192497 h 248186"/>
                <a:gd name="connsiteX4" fmla="*/ 971505 w 1264176"/>
                <a:gd name="connsiteY4" fmla="*/ 219 h 248186"/>
                <a:gd name="connsiteX5" fmla="*/ 1029544 w 1264176"/>
                <a:gd name="connsiteY5" fmla="*/ 219 h 248186"/>
                <a:gd name="connsiteX6" fmla="*/ 1049800 w 1264176"/>
                <a:gd name="connsiteY6" fmla="*/ 12347 h 248186"/>
                <a:gd name="connsiteX7" fmla="*/ 1114316 w 1264176"/>
                <a:gd name="connsiteY7" fmla="*/ 105057 h 248186"/>
                <a:gd name="connsiteX8" fmla="*/ 1258335 w 1264176"/>
                <a:gd name="connsiteY8" fmla="*/ 242090 h 248186"/>
                <a:gd name="connsiteX9" fmla="*/ 1263541 w 1264176"/>
                <a:gd name="connsiteY9" fmla="*/ 246535 h 248186"/>
                <a:gd name="connsiteX10" fmla="*/ 1264176 w 1264176"/>
                <a:gd name="connsiteY10" fmla="*/ 248186 h 248186"/>
                <a:gd name="connsiteX0" fmla="*/ 1264176 w 1264176"/>
                <a:gd name="connsiteY0" fmla="*/ 248186 h 248186"/>
                <a:gd name="connsiteX1" fmla="*/ 902 w 1264176"/>
                <a:gd name="connsiteY1" fmla="*/ 248186 h 248186"/>
                <a:gd name="connsiteX2" fmla="*/ 0 w 1264176"/>
                <a:gd name="connsiteY2" fmla="*/ 193068 h 248186"/>
                <a:gd name="connsiteX3" fmla="*/ 1118190 w 1264176"/>
                <a:gd name="connsiteY3" fmla="*/ 192497 h 248186"/>
                <a:gd name="connsiteX4" fmla="*/ 971505 w 1264176"/>
                <a:gd name="connsiteY4" fmla="*/ 219 h 248186"/>
                <a:gd name="connsiteX5" fmla="*/ 1029544 w 1264176"/>
                <a:gd name="connsiteY5" fmla="*/ 219 h 248186"/>
                <a:gd name="connsiteX6" fmla="*/ 1049800 w 1264176"/>
                <a:gd name="connsiteY6" fmla="*/ 12347 h 248186"/>
                <a:gd name="connsiteX7" fmla="*/ 1114316 w 1264176"/>
                <a:gd name="connsiteY7" fmla="*/ 105057 h 248186"/>
                <a:gd name="connsiteX8" fmla="*/ 1258335 w 1264176"/>
                <a:gd name="connsiteY8" fmla="*/ 242090 h 248186"/>
                <a:gd name="connsiteX9" fmla="*/ 1263541 w 1264176"/>
                <a:gd name="connsiteY9" fmla="*/ 246535 h 248186"/>
                <a:gd name="connsiteX10" fmla="*/ 1264176 w 1264176"/>
                <a:gd name="connsiteY10" fmla="*/ 248186 h 248186"/>
                <a:gd name="connsiteX0" fmla="*/ 1264176 w 1264176"/>
                <a:gd name="connsiteY0" fmla="*/ 248186 h 248186"/>
                <a:gd name="connsiteX1" fmla="*/ 331 w 1264176"/>
                <a:gd name="connsiteY1" fmla="*/ 247615 h 248186"/>
                <a:gd name="connsiteX2" fmla="*/ 0 w 1264176"/>
                <a:gd name="connsiteY2" fmla="*/ 193068 h 248186"/>
                <a:gd name="connsiteX3" fmla="*/ 1118190 w 1264176"/>
                <a:gd name="connsiteY3" fmla="*/ 192497 h 248186"/>
                <a:gd name="connsiteX4" fmla="*/ 971505 w 1264176"/>
                <a:gd name="connsiteY4" fmla="*/ 219 h 248186"/>
                <a:gd name="connsiteX5" fmla="*/ 1029544 w 1264176"/>
                <a:gd name="connsiteY5" fmla="*/ 219 h 248186"/>
                <a:gd name="connsiteX6" fmla="*/ 1049800 w 1264176"/>
                <a:gd name="connsiteY6" fmla="*/ 12347 h 248186"/>
                <a:gd name="connsiteX7" fmla="*/ 1114316 w 1264176"/>
                <a:gd name="connsiteY7" fmla="*/ 105057 h 248186"/>
                <a:gd name="connsiteX8" fmla="*/ 1258335 w 1264176"/>
                <a:gd name="connsiteY8" fmla="*/ 242090 h 248186"/>
                <a:gd name="connsiteX9" fmla="*/ 1263541 w 1264176"/>
                <a:gd name="connsiteY9" fmla="*/ 246535 h 248186"/>
                <a:gd name="connsiteX10" fmla="*/ 1264176 w 1264176"/>
                <a:gd name="connsiteY10" fmla="*/ 248186 h 2481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264176" h="248186">
                  <a:moveTo>
                    <a:pt x="1264176" y="248186"/>
                  </a:moveTo>
                  <a:lnTo>
                    <a:pt x="331" y="247615"/>
                  </a:lnTo>
                  <a:cubicBezTo>
                    <a:pt x="-110" y="229052"/>
                    <a:pt x="441" y="211631"/>
                    <a:pt x="0" y="193068"/>
                  </a:cubicBezTo>
                  <a:lnTo>
                    <a:pt x="1118190" y="192497"/>
                  </a:lnTo>
                  <a:cubicBezTo>
                    <a:pt x="1060341" y="134140"/>
                    <a:pt x="1007065" y="74768"/>
                    <a:pt x="971505" y="219"/>
                  </a:cubicBezTo>
                  <a:cubicBezTo>
                    <a:pt x="991888" y="219"/>
                    <a:pt x="1010748" y="854"/>
                    <a:pt x="1029544" y="219"/>
                  </a:cubicBezTo>
                  <a:cubicBezTo>
                    <a:pt x="1038336" y="-1141"/>
                    <a:pt x="1046848" y="3956"/>
                    <a:pt x="1049800" y="12347"/>
                  </a:cubicBezTo>
                  <a:cubicBezTo>
                    <a:pt x="1067362" y="45816"/>
                    <a:pt x="1089035" y="76961"/>
                    <a:pt x="1114316" y="105057"/>
                  </a:cubicBezTo>
                  <a:cubicBezTo>
                    <a:pt x="1157944" y="155126"/>
                    <a:pt x="1206160" y="201004"/>
                    <a:pt x="1258335" y="242090"/>
                  </a:cubicBezTo>
                  <a:cubicBezTo>
                    <a:pt x="1260113" y="243551"/>
                    <a:pt x="1261890" y="245011"/>
                    <a:pt x="1263541" y="246535"/>
                  </a:cubicBezTo>
                  <a:cubicBezTo>
                    <a:pt x="1263859" y="246599"/>
                    <a:pt x="1263859" y="247170"/>
                    <a:pt x="1264176" y="248186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37" name="Freeform 36">
              <a:extLst>
                <a:ext uri="{FF2B5EF4-FFF2-40B4-BE49-F238E27FC236}">
                  <a16:creationId xmlns:a16="http://schemas.microsoft.com/office/drawing/2014/main" id="{17BA7C41-EA1C-2F4D-90C7-EC472AB85B8A}"/>
                </a:ext>
              </a:extLst>
            </p:cNvPr>
            <p:cNvSpPr/>
            <p:nvPr/>
          </p:nvSpPr>
          <p:spPr>
            <a:xfrm>
              <a:off x="4768849" y="3504279"/>
              <a:ext cx="1589355" cy="2436629"/>
            </a:xfrm>
            <a:custGeom>
              <a:avLst/>
              <a:gdLst>
                <a:gd name="connsiteX0" fmla="*/ 275717 w 381000"/>
                <a:gd name="connsiteY0" fmla="*/ 292862 h 584200"/>
                <a:gd name="connsiteX1" fmla="*/ 0 w 381000"/>
                <a:gd name="connsiteY1" fmla="*/ 762 h 584200"/>
                <a:gd name="connsiteX2" fmla="*/ 5779 w 381000"/>
                <a:gd name="connsiteY2" fmla="*/ 0 h 584200"/>
                <a:gd name="connsiteX3" fmla="*/ 65532 w 381000"/>
                <a:gd name="connsiteY3" fmla="*/ 0 h 584200"/>
                <a:gd name="connsiteX4" fmla="*/ 73089 w 381000"/>
                <a:gd name="connsiteY4" fmla="*/ 4191 h 584200"/>
                <a:gd name="connsiteX5" fmla="*/ 202629 w 381000"/>
                <a:gd name="connsiteY5" fmla="*/ 164973 h 584200"/>
                <a:gd name="connsiteX6" fmla="*/ 377889 w 381000"/>
                <a:gd name="connsiteY6" fmla="*/ 290449 h 584200"/>
                <a:gd name="connsiteX7" fmla="*/ 381318 w 381000"/>
                <a:gd name="connsiteY7" fmla="*/ 292481 h 584200"/>
                <a:gd name="connsiteX8" fmla="*/ 340043 w 381000"/>
                <a:gd name="connsiteY8" fmla="*/ 317881 h 584200"/>
                <a:gd name="connsiteX9" fmla="*/ 126238 w 381000"/>
                <a:gd name="connsiteY9" fmla="*/ 500698 h 584200"/>
                <a:gd name="connsiteX10" fmla="*/ 74358 w 381000"/>
                <a:gd name="connsiteY10" fmla="*/ 579120 h 584200"/>
                <a:gd name="connsiteX11" fmla="*/ 65024 w 381000"/>
                <a:gd name="connsiteY11" fmla="*/ 584708 h 584200"/>
                <a:gd name="connsiteX12" fmla="*/ 0 w 381000"/>
                <a:gd name="connsiteY12" fmla="*/ 584708 h 584200"/>
                <a:gd name="connsiteX13" fmla="*/ 275717 w 381000"/>
                <a:gd name="connsiteY13" fmla="*/ 292862 h 584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81000" h="584200">
                  <a:moveTo>
                    <a:pt x="275717" y="292862"/>
                  </a:moveTo>
                  <a:cubicBezTo>
                    <a:pt x="157290" y="220155"/>
                    <a:pt x="68517" y="120840"/>
                    <a:pt x="0" y="762"/>
                  </a:cubicBezTo>
                  <a:cubicBezTo>
                    <a:pt x="1912" y="408"/>
                    <a:pt x="3840" y="154"/>
                    <a:pt x="5779" y="0"/>
                  </a:cubicBezTo>
                  <a:cubicBezTo>
                    <a:pt x="25654" y="0"/>
                    <a:pt x="45593" y="0"/>
                    <a:pt x="65532" y="0"/>
                  </a:cubicBezTo>
                  <a:cubicBezTo>
                    <a:pt x="68552" y="194"/>
                    <a:pt x="71325" y="1732"/>
                    <a:pt x="73089" y="4191"/>
                  </a:cubicBezTo>
                  <a:cubicBezTo>
                    <a:pt x="105855" y="66230"/>
                    <a:pt x="150940" y="118491"/>
                    <a:pt x="202629" y="164973"/>
                  </a:cubicBezTo>
                  <a:cubicBezTo>
                    <a:pt x="256618" y="212664"/>
                    <a:pt x="315344" y="254708"/>
                    <a:pt x="377889" y="290449"/>
                  </a:cubicBezTo>
                  <a:lnTo>
                    <a:pt x="381318" y="292481"/>
                  </a:lnTo>
                  <a:cubicBezTo>
                    <a:pt x="367221" y="301180"/>
                    <a:pt x="353568" y="309372"/>
                    <a:pt x="340043" y="317881"/>
                  </a:cubicBezTo>
                  <a:cubicBezTo>
                    <a:pt x="260224" y="368681"/>
                    <a:pt x="186246" y="426593"/>
                    <a:pt x="126238" y="500698"/>
                  </a:cubicBezTo>
                  <a:cubicBezTo>
                    <a:pt x="106331" y="525012"/>
                    <a:pt x="88949" y="551288"/>
                    <a:pt x="74358" y="579120"/>
                  </a:cubicBezTo>
                  <a:cubicBezTo>
                    <a:pt x="72939" y="582938"/>
                    <a:pt x="69060" y="585261"/>
                    <a:pt x="65024" y="584708"/>
                  </a:cubicBezTo>
                  <a:cubicBezTo>
                    <a:pt x="43879" y="584391"/>
                    <a:pt x="22733" y="584708"/>
                    <a:pt x="0" y="584708"/>
                  </a:cubicBezTo>
                  <a:cubicBezTo>
                    <a:pt x="68517" y="464693"/>
                    <a:pt x="157862" y="365951"/>
                    <a:pt x="275717" y="292862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40" name="Freeform 39">
              <a:extLst>
                <a:ext uri="{FF2B5EF4-FFF2-40B4-BE49-F238E27FC236}">
                  <a16:creationId xmlns:a16="http://schemas.microsoft.com/office/drawing/2014/main" id="{2F450B4C-241D-A544-BBEF-175E01D6A139}"/>
                </a:ext>
              </a:extLst>
            </p:cNvPr>
            <p:cNvSpPr/>
            <p:nvPr userDrawn="1"/>
          </p:nvSpPr>
          <p:spPr>
            <a:xfrm flipV="1">
              <a:off x="-1420" y="4902788"/>
              <a:ext cx="5273560" cy="1035156"/>
            </a:xfrm>
            <a:custGeom>
              <a:avLst/>
              <a:gdLst>
                <a:gd name="connsiteX0" fmla="*/ 749871 w 749300"/>
                <a:gd name="connsiteY0" fmla="*/ 248186 h 247650"/>
                <a:gd name="connsiteX1" fmla="*/ 0 w 749300"/>
                <a:gd name="connsiteY1" fmla="*/ 248186 h 247650"/>
                <a:gd name="connsiteX2" fmla="*/ 0 w 749300"/>
                <a:gd name="connsiteY2" fmla="*/ 192497 h 247650"/>
                <a:gd name="connsiteX3" fmla="*/ 603885 w 749300"/>
                <a:gd name="connsiteY3" fmla="*/ 192497 h 247650"/>
                <a:gd name="connsiteX4" fmla="*/ 457200 w 749300"/>
                <a:gd name="connsiteY4" fmla="*/ 219 h 247650"/>
                <a:gd name="connsiteX5" fmla="*/ 515239 w 749300"/>
                <a:gd name="connsiteY5" fmla="*/ 219 h 247650"/>
                <a:gd name="connsiteX6" fmla="*/ 535495 w 749300"/>
                <a:gd name="connsiteY6" fmla="*/ 12347 h 247650"/>
                <a:gd name="connsiteX7" fmla="*/ 600011 w 749300"/>
                <a:gd name="connsiteY7" fmla="*/ 105057 h 247650"/>
                <a:gd name="connsiteX8" fmla="*/ 744030 w 749300"/>
                <a:gd name="connsiteY8" fmla="*/ 242090 h 247650"/>
                <a:gd name="connsiteX9" fmla="*/ 749236 w 749300"/>
                <a:gd name="connsiteY9" fmla="*/ 246535 h 247650"/>
                <a:gd name="connsiteX10" fmla="*/ 749871 w 749300"/>
                <a:gd name="connsiteY10" fmla="*/ 248186 h 247650"/>
                <a:gd name="connsiteX0" fmla="*/ 1670881 w 1670881"/>
                <a:gd name="connsiteY0" fmla="*/ 248186 h 248186"/>
                <a:gd name="connsiteX1" fmla="*/ 921010 w 1670881"/>
                <a:gd name="connsiteY1" fmla="*/ 248186 h 248186"/>
                <a:gd name="connsiteX2" fmla="*/ 0 w 1670881"/>
                <a:gd name="connsiteY2" fmla="*/ 192497 h 248186"/>
                <a:gd name="connsiteX3" fmla="*/ 1524895 w 1670881"/>
                <a:gd name="connsiteY3" fmla="*/ 192497 h 248186"/>
                <a:gd name="connsiteX4" fmla="*/ 1378210 w 1670881"/>
                <a:gd name="connsiteY4" fmla="*/ 219 h 248186"/>
                <a:gd name="connsiteX5" fmla="*/ 1436249 w 1670881"/>
                <a:gd name="connsiteY5" fmla="*/ 219 h 248186"/>
                <a:gd name="connsiteX6" fmla="*/ 1456505 w 1670881"/>
                <a:gd name="connsiteY6" fmla="*/ 12347 h 248186"/>
                <a:gd name="connsiteX7" fmla="*/ 1521021 w 1670881"/>
                <a:gd name="connsiteY7" fmla="*/ 105057 h 248186"/>
                <a:gd name="connsiteX8" fmla="*/ 1665040 w 1670881"/>
                <a:gd name="connsiteY8" fmla="*/ 242090 h 248186"/>
                <a:gd name="connsiteX9" fmla="*/ 1670246 w 1670881"/>
                <a:gd name="connsiteY9" fmla="*/ 246535 h 248186"/>
                <a:gd name="connsiteX10" fmla="*/ 1670881 w 1670881"/>
                <a:gd name="connsiteY10" fmla="*/ 248186 h 248186"/>
                <a:gd name="connsiteX0" fmla="*/ 1670881 w 1670881"/>
                <a:gd name="connsiteY0" fmla="*/ 248186 h 248186"/>
                <a:gd name="connsiteX1" fmla="*/ 1324 w 1670881"/>
                <a:gd name="connsiteY1" fmla="*/ 248186 h 248186"/>
                <a:gd name="connsiteX2" fmla="*/ 0 w 1670881"/>
                <a:gd name="connsiteY2" fmla="*/ 192497 h 248186"/>
                <a:gd name="connsiteX3" fmla="*/ 1524895 w 1670881"/>
                <a:gd name="connsiteY3" fmla="*/ 192497 h 248186"/>
                <a:gd name="connsiteX4" fmla="*/ 1378210 w 1670881"/>
                <a:gd name="connsiteY4" fmla="*/ 219 h 248186"/>
                <a:gd name="connsiteX5" fmla="*/ 1436249 w 1670881"/>
                <a:gd name="connsiteY5" fmla="*/ 219 h 248186"/>
                <a:gd name="connsiteX6" fmla="*/ 1456505 w 1670881"/>
                <a:gd name="connsiteY6" fmla="*/ 12347 h 248186"/>
                <a:gd name="connsiteX7" fmla="*/ 1521021 w 1670881"/>
                <a:gd name="connsiteY7" fmla="*/ 105057 h 248186"/>
                <a:gd name="connsiteX8" fmla="*/ 1665040 w 1670881"/>
                <a:gd name="connsiteY8" fmla="*/ 242090 h 248186"/>
                <a:gd name="connsiteX9" fmla="*/ 1670246 w 1670881"/>
                <a:gd name="connsiteY9" fmla="*/ 246535 h 248186"/>
                <a:gd name="connsiteX10" fmla="*/ 1670881 w 1670881"/>
                <a:gd name="connsiteY10" fmla="*/ 248186 h 248186"/>
                <a:gd name="connsiteX0" fmla="*/ 1669638 w 1669638"/>
                <a:gd name="connsiteY0" fmla="*/ 248186 h 248186"/>
                <a:gd name="connsiteX1" fmla="*/ 81 w 1669638"/>
                <a:gd name="connsiteY1" fmla="*/ 248186 h 248186"/>
                <a:gd name="connsiteX2" fmla="*/ 742 w 1669638"/>
                <a:gd name="connsiteY2" fmla="*/ 192497 h 248186"/>
                <a:gd name="connsiteX3" fmla="*/ 1523652 w 1669638"/>
                <a:gd name="connsiteY3" fmla="*/ 192497 h 248186"/>
                <a:gd name="connsiteX4" fmla="*/ 1376967 w 1669638"/>
                <a:gd name="connsiteY4" fmla="*/ 219 h 248186"/>
                <a:gd name="connsiteX5" fmla="*/ 1435006 w 1669638"/>
                <a:gd name="connsiteY5" fmla="*/ 219 h 248186"/>
                <a:gd name="connsiteX6" fmla="*/ 1455262 w 1669638"/>
                <a:gd name="connsiteY6" fmla="*/ 12347 h 248186"/>
                <a:gd name="connsiteX7" fmla="*/ 1519778 w 1669638"/>
                <a:gd name="connsiteY7" fmla="*/ 105057 h 248186"/>
                <a:gd name="connsiteX8" fmla="*/ 1663797 w 1669638"/>
                <a:gd name="connsiteY8" fmla="*/ 242090 h 248186"/>
                <a:gd name="connsiteX9" fmla="*/ 1669003 w 1669638"/>
                <a:gd name="connsiteY9" fmla="*/ 246535 h 248186"/>
                <a:gd name="connsiteX10" fmla="*/ 1669638 w 1669638"/>
                <a:gd name="connsiteY10" fmla="*/ 248186 h 248186"/>
                <a:gd name="connsiteX0" fmla="*/ 1668896 w 1668896"/>
                <a:gd name="connsiteY0" fmla="*/ 248186 h 248186"/>
                <a:gd name="connsiteX1" fmla="*/ 331 w 1668896"/>
                <a:gd name="connsiteY1" fmla="*/ 247193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  <a:gd name="connsiteX0" fmla="*/ 1669638 w 1669638"/>
                <a:gd name="connsiteY0" fmla="*/ 248186 h 248186"/>
                <a:gd name="connsiteX1" fmla="*/ 80 w 1669638"/>
                <a:gd name="connsiteY1" fmla="*/ 247193 h 248186"/>
                <a:gd name="connsiteX2" fmla="*/ 742 w 1669638"/>
                <a:gd name="connsiteY2" fmla="*/ 192497 h 248186"/>
                <a:gd name="connsiteX3" fmla="*/ 1523652 w 1669638"/>
                <a:gd name="connsiteY3" fmla="*/ 192497 h 248186"/>
                <a:gd name="connsiteX4" fmla="*/ 1376967 w 1669638"/>
                <a:gd name="connsiteY4" fmla="*/ 219 h 248186"/>
                <a:gd name="connsiteX5" fmla="*/ 1435006 w 1669638"/>
                <a:gd name="connsiteY5" fmla="*/ 219 h 248186"/>
                <a:gd name="connsiteX6" fmla="*/ 1455262 w 1669638"/>
                <a:gd name="connsiteY6" fmla="*/ 12347 h 248186"/>
                <a:gd name="connsiteX7" fmla="*/ 1519778 w 1669638"/>
                <a:gd name="connsiteY7" fmla="*/ 105057 h 248186"/>
                <a:gd name="connsiteX8" fmla="*/ 1663797 w 1669638"/>
                <a:gd name="connsiteY8" fmla="*/ 242090 h 248186"/>
                <a:gd name="connsiteX9" fmla="*/ 1669003 w 1669638"/>
                <a:gd name="connsiteY9" fmla="*/ 246535 h 248186"/>
                <a:gd name="connsiteX10" fmla="*/ 1669638 w 1669638"/>
                <a:gd name="connsiteY10" fmla="*/ 248186 h 248186"/>
                <a:gd name="connsiteX0" fmla="*/ 1668896 w 1668896"/>
                <a:gd name="connsiteY0" fmla="*/ 248186 h 248186"/>
                <a:gd name="connsiteX1" fmla="*/ 331 w 1668896"/>
                <a:gd name="connsiteY1" fmla="*/ 248186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  <a:gd name="connsiteX0" fmla="*/ 1668896 w 1668896"/>
                <a:gd name="connsiteY0" fmla="*/ 248186 h 248186"/>
                <a:gd name="connsiteX1" fmla="*/ 405622 w 1668896"/>
                <a:gd name="connsiteY1" fmla="*/ 248186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  <a:gd name="connsiteX0" fmla="*/ 1264176 w 1264176"/>
                <a:gd name="connsiteY0" fmla="*/ 248186 h 248186"/>
                <a:gd name="connsiteX1" fmla="*/ 902 w 1264176"/>
                <a:gd name="connsiteY1" fmla="*/ 248186 h 248186"/>
                <a:gd name="connsiteX2" fmla="*/ 0 w 1264176"/>
                <a:gd name="connsiteY2" fmla="*/ 193068 h 248186"/>
                <a:gd name="connsiteX3" fmla="*/ 1118190 w 1264176"/>
                <a:gd name="connsiteY3" fmla="*/ 192497 h 248186"/>
                <a:gd name="connsiteX4" fmla="*/ 971505 w 1264176"/>
                <a:gd name="connsiteY4" fmla="*/ 219 h 248186"/>
                <a:gd name="connsiteX5" fmla="*/ 1029544 w 1264176"/>
                <a:gd name="connsiteY5" fmla="*/ 219 h 248186"/>
                <a:gd name="connsiteX6" fmla="*/ 1049800 w 1264176"/>
                <a:gd name="connsiteY6" fmla="*/ 12347 h 248186"/>
                <a:gd name="connsiteX7" fmla="*/ 1114316 w 1264176"/>
                <a:gd name="connsiteY7" fmla="*/ 105057 h 248186"/>
                <a:gd name="connsiteX8" fmla="*/ 1258335 w 1264176"/>
                <a:gd name="connsiteY8" fmla="*/ 242090 h 248186"/>
                <a:gd name="connsiteX9" fmla="*/ 1263541 w 1264176"/>
                <a:gd name="connsiteY9" fmla="*/ 246535 h 248186"/>
                <a:gd name="connsiteX10" fmla="*/ 1264176 w 1264176"/>
                <a:gd name="connsiteY10" fmla="*/ 248186 h 248186"/>
                <a:gd name="connsiteX0" fmla="*/ 1264176 w 1264176"/>
                <a:gd name="connsiteY0" fmla="*/ 248186 h 248186"/>
                <a:gd name="connsiteX1" fmla="*/ 902 w 1264176"/>
                <a:gd name="connsiteY1" fmla="*/ 248186 h 248186"/>
                <a:gd name="connsiteX2" fmla="*/ 0 w 1264176"/>
                <a:gd name="connsiteY2" fmla="*/ 193068 h 248186"/>
                <a:gd name="connsiteX3" fmla="*/ 1118190 w 1264176"/>
                <a:gd name="connsiteY3" fmla="*/ 192497 h 248186"/>
                <a:gd name="connsiteX4" fmla="*/ 971505 w 1264176"/>
                <a:gd name="connsiteY4" fmla="*/ 219 h 248186"/>
                <a:gd name="connsiteX5" fmla="*/ 1029544 w 1264176"/>
                <a:gd name="connsiteY5" fmla="*/ 219 h 248186"/>
                <a:gd name="connsiteX6" fmla="*/ 1049800 w 1264176"/>
                <a:gd name="connsiteY6" fmla="*/ 12347 h 248186"/>
                <a:gd name="connsiteX7" fmla="*/ 1114316 w 1264176"/>
                <a:gd name="connsiteY7" fmla="*/ 105057 h 248186"/>
                <a:gd name="connsiteX8" fmla="*/ 1258335 w 1264176"/>
                <a:gd name="connsiteY8" fmla="*/ 242090 h 248186"/>
                <a:gd name="connsiteX9" fmla="*/ 1263541 w 1264176"/>
                <a:gd name="connsiteY9" fmla="*/ 246535 h 248186"/>
                <a:gd name="connsiteX10" fmla="*/ 1264176 w 1264176"/>
                <a:gd name="connsiteY10" fmla="*/ 248186 h 248186"/>
                <a:gd name="connsiteX0" fmla="*/ 1264176 w 1264176"/>
                <a:gd name="connsiteY0" fmla="*/ 248186 h 248186"/>
                <a:gd name="connsiteX1" fmla="*/ 902 w 1264176"/>
                <a:gd name="connsiteY1" fmla="*/ 248186 h 248186"/>
                <a:gd name="connsiteX2" fmla="*/ 0 w 1264176"/>
                <a:gd name="connsiteY2" fmla="*/ 193068 h 248186"/>
                <a:gd name="connsiteX3" fmla="*/ 1118190 w 1264176"/>
                <a:gd name="connsiteY3" fmla="*/ 192497 h 248186"/>
                <a:gd name="connsiteX4" fmla="*/ 971505 w 1264176"/>
                <a:gd name="connsiteY4" fmla="*/ 219 h 248186"/>
                <a:gd name="connsiteX5" fmla="*/ 1029544 w 1264176"/>
                <a:gd name="connsiteY5" fmla="*/ 219 h 248186"/>
                <a:gd name="connsiteX6" fmla="*/ 1049800 w 1264176"/>
                <a:gd name="connsiteY6" fmla="*/ 12347 h 248186"/>
                <a:gd name="connsiteX7" fmla="*/ 1114316 w 1264176"/>
                <a:gd name="connsiteY7" fmla="*/ 105057 h 248186"/>
                <a:gd name="connsiteX8" fmla="*/ 1258335 w 1264176"/>
                <a:gd name="connsiteY8" fmla="*/ 242090 h 248186"/>
                <a:gd name="connsiteX9" fmla="*/ 1263541 w 1264176"/>
                <a:gd name="connsiteY9" fmla="*/ 246535 h 248186"/>
                <a:gd name="connsiteX10" fmla="*/ 1264176 w 1264176"/>
                <a:gd name="connsiteY10" fmla="*/ 248186 h 248186"/>
                <a:gd name="connsiteX0" fmla="*/ 1264176 w 1264176"/>
                <a:gd name="connsiteY0" fmla="*/ 248186 h 248186"/>
                <a:gd name="connsiteX1" fmla="*/ 331 w 1264176"/>
                <a:gd name="connsiteY1" fmla="*/ 247615 h 248186"/>
                <a:gd name="connsiteX2" fmla="*/ 0 w 1264176"/>
                <a:gd name="connsiteY2" fmla="*/ 193068 h 248186"/>
                <a:gd name="connsiteX3" fmla="*/ 1118190 w 1264176"/>
                <a:gd name="connsiteY3" fmla="*/ 192497 h 248186"/>
                <a:gd name="connsiteX4" fmla="*/ 971505 w 1264176"/>
                <a:gd name="connsiteY4" fmla="*/ 219 h 248186"/>
                <a:gd name="connsiteX5" fmla="*/ 1029544 w 1264176"/>
                <a:gd name="connsiteY5" fmla="*/ 219 h 248186"/>
                <a:gd name="connsiteX6" fmla="*/ 1049800 w 1264176"/>
                <a:gd name="connsiteY6" fmla="*/ 12347 h 248186"/>
                <a:gd name="connsiteX7" fmla="*/ 1114316 w 1264176"/>
                <a:gd name="connsiteY7" fmla="*/ 105057 h 248186"/>
                <a:gd name="connsiteX8" fmla="*/ 1258335 w 1264176"/>
                <a:gd name="connsiteY8" fmla="*/ 242090 h 248186"/>
                <a:gd name="connsiteX9" fmla="*/ 1263541 w 1264176"/>
                <a:gd name="connsiteY9" fmla="*/ 246535 h 248186"/>
                <a:gd name="connsiteX10" fmla="*/ 1264176 w 1264176"/>
                <a:gd name="connsiteY10" fmla="*/ 248186 h 2481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264176" h="248186">
                  <a:moveTo>
                    <a:pt x="1264176" y="248186"/>
                  </a:moveTo>
                  <a:lnTo>
                    <a:pt x="331" y="247615"/>
                  </a:lnTo>
                  <a:cubicBezTo>
                    <a:pt x="-110" y="229052"/>
                    <a:pt x="441" y="211631"/>
                    <a:pt x="0" y="193068"/>
                  </a:cubicBezTo>
                  <a:lnTo>
                    <a:pt x="1118190" y="192497"/>
                  </a:lnTo>
                  <a:cubicBezTo>
                    <a:pt x="1060341" y="134140"/>
                    <a:pt x="1007065" y="74768"/>
                    <a:pt x="971505" y="219"/>
                  </a:cubicBezTo>
                  <a:cubicBezTo>
                    <a:pt x="991888" y="219"/>
                    <a:pt x="1010748" y="854"/>
                    <a:pt x="1029544" y="219"/>
                  </a:cubicBezTo>
                  <a:cubicBezTo>
                    <a:pt x="1038336" y="-1141"/>
                    <a:pt x="1046848" y="3956"/>
                    <a:pt x="1049800" y="12347"/>
                  </a:cubicBezTo>
                  <a:cubicBezTo>
                    <a:pt x="1067362" y="45816"/>
                    <a:pt x="1089035" y="76961"/>
                    <a:pt x="1114316" y="105057"/>
                  </a:cubicBezTo>
                  <a:cubicBezTo>
                    <a:pt x="1157944" y="155126"/>
                    <a:pt x="1206160" y="201004"/>
                    <a:pt x="1258335" y="242090"/>
                  </a:cubicBezTo>
                  <a:cubicBezTo>
                    <a:pt x="1260113" y="243551"/>
                    <a:pt x="1261890" y="245011"/>
                    <a:pt x="1263541" y="246535"/>
                  </a:cubicBezTo>
                  <a:cubicBezTo>
                    <a:pt x="1263859" y="246599"/>
                    <a:pt x="1263859" y="247170"/>
                    <a:pt x="1264176" y="248186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</p:spTree>
    <p:extLst>
      <p:ext uri="{BB962C8B-B14F-4D97-AF65-F5344CB8AC3E}">
        <p14:creationId xmlns:p14="http://schemas.microsoft.com/office/powerpoint/2010/main" val="119887642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634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1">
    <p:bg>
      <p:bgPr>
        <a:solidFill>
          <a:srgbClr val="09EDB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644640" y="15240"/>
            <a:ext cx="5547360" cy="6842760"/>
          </a:xfrm>
          <a:prstGeom prst="rect">
            <a:avLst/>
          </a:prstGeom>
        </p:spPr>
      </p:pic>
      <p:pic>
        <p:nvPicPr>
          <p:cNvPr id="6" name="Graphic 29">
            <a:extLst>
              <a:ext uri="{FF2B5EF4-FFF2-40B4-BE49-F238E27FC236}">
                <a16:creationId xmlns:a16="http://schemas.microsoft.com/office/drawing/2014/main" id="{572E6A4A-143B-E94B-A1BF-29C50E635AE7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0900" y="302477"/>
            <a:ext cx="2643023" cy="1610367"/>
          </a:xfrm>
          <a:prstGeom prst="rect">
            <a:avLst/>
          </a:prstGeom>
        </p:spPr>
      </p:pic>
      <p:sp>
        <p:nvSpPr>
          <p:cNvPr id="8" name="Text Placeholder 6"/>
          <p:cNvSpPr>
            <a:spLocks noGrp="1"/>
          </p:cNvSpPr>
          <p:nvPr>
            <p:ph type="body" sz="quarter" idx="12" hasCustomPrompt="1"/>
          </p:nvPr>
        </p:nvSpPr>
        <p:spPr>
          <a:xfrm>
            <a:off x="385300" y="5306004"/>
            <a:ext cx="3534471" cy="1186921"/>
          </a:xfr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15000"/>
              <a:buFontTx/>
              <a:buNone/>
              <a:tabLst/>
              <a:defRPr sz="1600" b="0"/>
            </a:lvl1pPr>
            <a:lvl2pPr marL="374650" indent="-285750">
              <a:buFont typeface="Arial" panose="020B0604020202020204" pitchFamily="34" charset="0"/>
              <a:buChar char="•"/>
              <a:defRPr/>
            </a:lvl2pPr>
            <a:lvl3pPr marL="88900" indent="0">
              <a:buNone/>
              <a:defRPr/>
            </a:lvl3pPr>
            <a:lvl4pPr marL="88900" indent="0">
              <a:buNone/>
              <a:defRPr/>
            </a:lvl4pPr>
            <a:lvl5pPr marL="88900" indent="0">
              <a:buNone/>
              <a:defRPr/>
            </a:lvl5pPr>
          </a:lstStyle>
          <a:p>
            <a:pPr lvl="0"/>
            <a:r>
              <a:rPr lang="en-US" dirty="0"/>
              <a:t>Edit text</a:t>
            </a:r>
          </a:p>
        </p:txBody>
      </p:sp>
      <p:sp>
        <p:nvSpPr>
          <p:cNvPr id="18" name="Title 1">
            <a:extLst>
              <a:ext uri="{FF2B5EF4-FFF2-40B4-BE49-F238E27FC236}">
                <a16:creationId xmlns:a16="http://schemas.microsoft.com/office/drawing/2014/main" id="{EBBB6D40-B4C9-8B4A-B2A6-126F6490637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85301" y="1914129"/>
            <a:ext cx="3592020" cy="2277604"/>
          </a:xfrm>
        </p:spPr>
        <p:txBody>
          <a:bodyPr anchor="b" anchorCtr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noProof="0" dirty="0"/>
              <a:t>CLICK TO EDIT TITLE</a:t>
            </a:r>
            <a:endParaRPr lang="en-GB" noProof="0" dirty="0"/>
          </a:p>
        </p:txBody>
      </p:sp>
      <p:grpSp>
        <p:nvGrpSpPr>
          <p:cNvPr id="16" name="Group 15"/>
          <p:cNvGrpSpPr/>
          <p:nvPr userDrawn="1"/>
        </p:nvGrpSpPr>
        <p:grpSpPr>
          <a:xfrm>
            <a:off x="-1420" y="3503895"/>
            <a:ext cx="6359624" cy="2437013"/>
            <a:chOff x="-1420" y="3503895"/>
            <a:chExt cx="6359624" cy="2437013"/>
          </a:xfrm>
          <a:solidFill>
            <a:srgbClr val="004050"/>
          </a:solidFill>
        </p:grpSpPr>
        <p:sp>
          <p:nvSpPr>
            <p:cNvPr id="17" name="Freeform 16">
              <a:extLst>
                <a:ext uri="{FF2B5EF4-FFF2-40B4-BE49-F238E27FC236}">
                  <a16:creationId xmlns:a16="http://schemas.microsoft.com/office/drawing/2014/main" id="{2F450B4C-241D-A544-BBEF-175E01D6A139}"/>
                </a:ext>
              </a:extLst>
            </p:cNvPr>
            <p:cNvSpPr/>
            <p:nvPr userDrawn="1"/>
          </p:nvSpPr>
          <p:spPr>
            <a:xfrm>
              <a:off x="-1420" y="3503895"/>
              <a:ext cx="5273560" cy="1035156"/>
            </a:xfrm>
            <a:custGeom>
              <a:avLst/>
              <a:gdLst>
                <a:gd name="connsiteX0" fmla="*/ 749871 w 749300"/>
                <a:gd name="connsiteY0" fmla="*/ 248186 h 247650"/>
                <a:gd name="connsiteX1" fmla="*/ 0 w 749300"/>
                <a:gd name="connsiteY1" fmla="*/ 248186 h 247650"/>
                <a:gd name="connsiteX2" fmla="*/ 0 w 749300"/>
                <a:gd name="connsiteY2" fmla="*/ 192497 h 247650"/>
                <a:gd name="connsiteX3" fmla="*/ 603885 w 749300"/>
                <a:gd name="connsiteY3" fmla="*/ 192497 h 247650"/>
                <a:gd name="connsiteX4" fmla="*/ 457200 w 749300"/>
                <a:gd name="connsiteY4" fmla="*/ 219 h 247650"/>
                <a:gd name="connsiteX5" fmla="*/ 515239 w 749300"/>
                <a:gd name="connsiteY5" fmla="*/ 219 h 247650"/>
                <a:gd name="connsiteX6" fmla="*/ 535495 w 749300"/>
                <a:gd name="connsiteY6" fmla="*/ 12347 h 247650"/>
                <a:gd name="connsiteX7" fmla="*/ 600011 w 749300"/>
                <a:gd name="connsiteY7" fmla="*/ 105057 h 247650"/>
                <a:gd name="connsiteX8" fmla="*/ 744030 w 749300"/>
                <a:gd name="connsiteY8" fmla="*/ 242090 h 247650"/>
                <a:gd name="connsiteX9" fmla="*/ 749236 w 749300"/>
                <a:gd name="connsiteY9" fmla="*/ 246535 h 247650"/>
                <a:gd name="connsiteX10" fmla="*/ 749871 w 749300"/>
                <a:gd name="connsiteY10" fmla="*/ 248186 h 247650"/>
                <a:gd name="connsiteX0" fmla="*/ 1670881 w 1670881"/>
                <a:gd name="connsiteY0" fmla="*/ 248186 h 248186"/>
                <a:gd name="connsiteX1" fmla="*/ 921010 w 1670881"/>
                <a:gd name="connsiteY1" fmla="*/ 248186 h 248186"/>
                <a:gd name="connsiteX2" fmla="*/ 0 w 1670881"/>
                <a:gd name="connsiteY2" fmla="*/ 192497 h 248186"/>
                <a:gd name="connsiteX3" fmla="*/ 1524895 w 1670881"/>
                <a:gd name="connsiteY3" fmla="*/ 192497 h 248186"/>
                <a:gd name="connsiteX4" fmla="*/ 1378210 w 1670881"/>
                <a:gd name="connsiteY4" fmla="*/ 219 h 248186"/>
                <a:gd name="connsiteX5" fmla="*/ 1436249 w 1670881"/>
                <a:gd name="connsiteY5" fmla="*/ 219 h 248186"/>
                <a:gd name="connsiteX6" fmla="*/ 1456505 w 1670881"/>
                <a:gd name="connsiteY6" fmla="*/ 12347 h 248186"/>
                <a:gd name="connsiteX7" fmla="*/ 1521021 w 1670881"/>
                <a:gd name="connsiteY7" fmla="*/ 105057 h 248186"/>
                <a:gd name="connsiteX8" fmla="*/ 1665040 w 1670881"/>
                <a:gd name="connsiteY8" fmla="*/ 242090 h 248186"/>
                <a:gd name="connsiteX9" fmla="*/ 1670246 w 1670881"/>
                <a:gd name="connsiteY9" fmla="*/ 246535 h 248186"/>
                <a:gd name="connsiteX10" fmla="*/ 1670881 w 1670881"/>
                <a:gd name="connsiteY10" fmla="*/ 248186 h 248186"/>
                <a:gd name="connsiteX0" fmla="*/ 1670881 w 1670881"/>
                <a:gd name="connsiteY0" fmla="*/ 248186 h 248186"/>
                <a:gd name="connsiteX1" fmla="*/ 1324 w 1670881"/>
                <a:gd name="connsiteY1" fmla="*/ 248186 h 248186"/>
                <a:gd name="connsiteX2" fmla="*/ 0 w 1670881"/>
                <a:gd name="connsiteY2" fmla="*/ 192497 h 248186"/>
                <a:gd name="connsiteX3" fmla="*/ 1524895 w 1670881"/>
                <a:gd name="connsiteY3" fmla="*/ 192497 h 248186"/>
                <a:gd name="connsiteX4" fmla="*/ 1378210 w 1670881"/>
                <a:gd name="connsiteY4" fmla="*/ 219 h 248186"/>
                <a:gd name="connsiteX5" fmla="*/ 1436249 w 1670881"/>
                <a:gd name="connsiteY5" fmla="*/ 219 h 248186"/>
                <a:gd name="connsiteX6" fmla="*/ 1456505 w 1670881"/>
                <a:gd name="connsiteY6" fmla="*/ 12347 h 248186"/>
                <a:gd name="connsiteX7" fmla="*/ 1521021 w 1670881"/>
                <a:gd name="connsiteY7" fmla="*/ 105057 h 248186"/>
                <a:gd name="connsiteX8" fmla="*/ 1665040 w 1670881"/>
                <a:gd name="connsiteY8" fmla="*/ 242090 h 248186"/>
                <a:gd name="connsiteX9" fmla="*/ 1670246 w 1670881"/>
                <a:gd name="connsiteY9" fmla="*/ 246535 h 248186"/>
                <a:gd name="connsiteX10" fmla="*/ 1670881 w 1670881"/>
                <a:gd name="connsiteY10" fmla="*/ 248186 h 248186"/>
                <a:gd name="connsiteX0" fmla="*/ 1669638 w 1669638"/>
                <a:gd name="connsiteY0" fmla="*/ 248186 h 248186"/>
                <a:gd name="connsiteX1" fmla="*/ 81 w 1669638"/>
                <a:gd name="connsiteY1" fmla="*/ 248186 h 248186"/>
                <a:gd name="connsiteX2" fmla="*/ 742 w 1669638"/>
                <a:gd name="connsiteY2" fmla="*/ 192497 h 248186"/>
                <a:gd name="connsiteX3" fmla="*/ 1523652 w 1669638"/>
                <a:gd name="connsiteY3" fmla="*/ 192497 h 248186"/>
                <a:gd name="connsiteX4" fmla="*/ 1376967 w 1669638"/>
                <a:gd name="connsiteY4" fmla="*/ 219 h 248186"/>
                <a:gd name="connsiteX5" fmla="*/ 1435006 w 1669638"/>
                <a:gd name="connsiteY5" fmla="*/ 219 h 248186"/>
                <a:gd name="connsiteX6" fmla="*/ 1455262 w 1669638"/>
                <a:gd name="connsiteY6" fmla="*/ 12347 h 248186"/>
                <a:gd name="connsiteX7" fmla="*/ 1519778 w 1669638"/>
                <a:gd name="connsiteY7" fmla="*/ 105057 h 248186"/>
                <a:gd name="connsiteX8" fmla="*/ 1663797 w 1669638"/>
                <a:gd name="connsiteY8" fmla="*/ 242090 h 248186"/>
                <a:gd name="connsiteX9" fmla="*/ 1669003 w 1669638"/>
                <a:gd name="connsiteY9" fmla="*/ 246535 h 248186"/>
                <a:gd name="connsiteX10" fmla="*/ 1669638 w 1669638"/>
                <a:gd name="connsiteY10" fmla="*/ 248186 h 248186"/>
                <a:gd name="connsiteX0" fmla="*/ 1668896 w 1668896"/>
                <a:gd name="connsiteY0" fmla="*/ 248186 h 248186"/>
                <a:gd name="connsiteX1" fmla="*/ 331 w 1668896"/>
                <a:gd name="connsiteY1" fmla="*/ 247193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  <a:gd name="connsiteX0" fmla="*/ 1669638 w 1669638"/>
                <a:gd name="connsiteY0" fmla="*/ 248186 h 248186"/>
                <a:gd name="connsiteX1" fmla="*/ 80 w 1669638"/>
                <a:gd name="connsiteY1" fmla="*/ 247193 h 248186"/>
                <a:gd name="connsiteX2" fmla="*/ 742 w 1669638"/>
                <a:gd name="connsiteY2" fmla="*/ 192497 h 248186"/>
                <a:gd name="connsiteX3" fmla="*/ 1523652 w 1669638"/>
                <a:gd name="connsiteY3" fmla="*/ 192497 h 248186"/>
                <a:gd name="connsiteX4" fmla="*/ 1376967 w 1669638"/>
                <a:gd name="connsiteY4" fmla="*/ 219 h 248186"/>
                <a:gd name="connsiteX5" fmla="*/ 1435006 w 1669638"/>
                <a:gd name="connsiteY5" fmla="*/ 219 h 248186"/>
                <a:gd name="connsiteX6" fmla="*/ 1455262 w 1669638"/>
                <a:gd name="connsiteY6" fmla="*/ 12347 h 248186"/>
                <a:gd name="connsiteX7" fmla="*/ 1519778 w 1669638"/>
                <a:gd name="connsiteY7" fmla="*/ 105057 h 248186"/>
                <a:gd name="connsiteX8" fmla="*/ 1663797 w 1669638"/>
                <a:gd name="connsiteY8" fmla="*/ 242090 h 248186"/>
                <a:gd name="connsiteX9" fmla="*/ 1669003 w 1669638"/>
                <a:gd name="connsiteY9" fmla="*/ 246535 h 248186"/>
                <a:gd name="connsiteX10" fmla="*/ 1669638 w 1669638"/>
                <a:gd name="connsiteY10" fmla="*/ 248186 h 248186"/>
                <a:gd name="connsiteX0" fmla="*/ 1668896 w 1668896"/>
                <a:gd name="connsiteY0" fmla="*/ 248186 h 248186"/>
                <a:gd name="connsiteX1" fmla="*/ 331 w 1668896"/>
                <a:gd name="connsiteY1" fmla="*/ 248186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  <a:gd name="connsiteX0" fmla="*/ 1668896 w 1668896"/>
                <a:gd name="connsiteY0" fmla="*/ 248186 h 248186"/>
                <a:gd name="connsiteX1" fmla="*/ 405622 w 1668896"/>
                <a:gd name="connsiteY1" fmla="*/ 248186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  <a:gd name="connsiteX0" fmla="*/ 1264176 w 1264176"/>
                <a:gd name="connsiteY0" fmla="*/ 248186 h 248186"/>
                <a:gd name="connsiteX1" fmla="*/ 902 w 1264176"/>
                <a:gd name="connsiteY1" fmla="*/ 248186 h 248186"/>
                <a:gd name="connsiteX2" fmla="*/ 0 w 1264176"/>
                <a:gd name="connsiteY2" fmla="*/ 193068 h 248186"/>
                <a:gd name="connsiteX3" fmla="*/ 1118190 w 1264176"/>
                <a:gd name="connsiteY3" fmla="*/ 192497 h 248186"/>
                <a:gd name="connsiteX4" fmla="*/ 971505 w 1264176"/>
                <a:gd name="connsiteY4" fmla="*/ 219 h 248186"/>
                <a:gd name="connsiteX5" fmla="*/ 1029544 w 1264176"/>
                <a:gd name="connsiteY5" fmla="*/ 219 h 248186"/>
                <a:gd name="connsiteX6" fmla="*/ 1049800 w 1264176"/>
                <a:gd name="connsiteY6" fmla="*/ 12347 h 248186"/>
                <a:gd name="connsiteX7" fmla="*/ 1114316 w 1264176"/>
                <a:gd name="connsiteY7" fmla="*/ 105057 h 248186"/>
                <a:gd name="connsiteX8" fmla="*/ 1258335 w 1264176"/>
                <a:gd name="connsiteY8" fmla="*/ 242090 h 248186"/>
                <a:gd name="connsiteX9" fmla="*/ 1263541 w 1264176"/>
                <a:gd name="connsiteY9" fmla="*/ 246535 h 248186"/>
                <a:gd name="connsiteX10" fmla="*/ 1264176 w 1264176"/>
                <a:gd name="connsiteY10" fmla="*/ 248186 h 248186"/>
                <a:gd name="connsiteX0" fmla="*/ 1264176 w 1264176"/>
                <a:gd name="connsiteY0" fmla="*/ 248186 h 248186"/>
                <a:gd name="connsiteX1" fmla="*/ 902 w 1264176"/>
                <a:gd name="connsiteY1" fmla="*/ 248186 h 248186"/>
                <a:gd name="connsiteX2" fmla="*/ 0 w 1264176"/>
                <a:gd name="connsiteY2" fmla="*/ 193068 h 248186"/>
                <a:gd name="connsiteX3" fmla="*/ 1118190 w 1264176"/>
                <a:gd name="connsiteY3" fmla="*/ 192497 h 248186"/>
                <a:gd name="connsiteX4" fmla="*/ 971505 w 1264176"/>
                <a:gd name="connsiteY4" fmla="*/ 219 h 248186"/>
                <a:gd name="connsiteX5" fmla="*/ 1029544 w 1264176"/>
                <a:gd name="connsiteY5" fmla="*/ 219 h 248186"/>
                <a:gd name="connsiteX6" fmla="*/ 1049800 w 1264176"/>
                <a:gd name="connsiteY6" fmla="*/ 12347 h 248186"/>
                <a:gd name="connsiteX7" fmla="*/ 1114316 w 1264176"/>
                <a:gd name="connsiteY7" fmla="*/ 105057 h 248186"/>
                <a:gd name="connsiteX8" fmla="*/ 1258335 w 1264176"/>
                <a:gd name="connsiteY8" fmla="*/ 242090 h 248186"/>
                <a:gd name="connsiteX9" fmla="*/ 1263541 w 1264176"/>
                <a:gd name="connsiteY9" fmla="*/ 246535 h 248186"/>
                <a:gd name="connsiteX10" fmla="*/ 1264176 w 1264176"/>
                <a:gd name="connsiteY10" fmla="*/ 248186 h 248186"/>
                <a:gd name="connsiteX0" fmla="*/ 1264176 w 1264176"/>
                <a:gd name="connsiteY0" fmla="*/ 248186 h 248186"/>
                <a:gd name="connsiteX1" fmla="*/ 902 w 1264176"/>
                <a:gd name="connsiteY1" fmla="*/ 248186 h 248186"/>
                <a:gd name="connsiteX2" fmla="*/ 0 w 1264176"/>
                <a:gd name="connsiteY2" fmla="*/ 193068 h 248186"/>
                <a:gd name="connsiteX3" fmla="*/ 1118190 w 1264176"/>
                <a:gd name="connsiteY3" fmla="*/ 192497 h 248186"/>
                <a:gd name="connsiteX4" fmla="*/ 971505 w 1264176"/>
                <a:gd name="connsiteY4" fmla="*/ 219 h 248186"/>
                <a:gd name="connsiteX5" fmla="*/ 1029544 w 1264176"/>
                <a:gd name="connsiteY5" fmla="*/ 219 h 248186"/>
                <a:gd name="connsiteX6" fmla="*/ 1049800 w 1264176"/>
                <a:gd name="connsiteY6" fmla="*/ 12347 h 248186"/>
                <a:gd name="connsiteX7" fmla="*/ 1114316 w 1264176"/>
                <a:gd name="connsiteY7" fmla="*/ 105057 h 248186"/>
                <a:gd name="connsiteX8" fmla="*/ 1258335 w 1264176"/>
                <a:gd name="connsiteY8" fmla="*/ 242090 h 248186"/>
                <a:gd name="connsiteX9" fmla="*/ 1263541 w 1264176"/>
                <a:gd name="connsiteY9" fmla="*/ 246535 h 248186"/>
                <a:gd name="connsiteX10" fmla="*/ 1264176 w 1264176"/>
                <a:gd name="connsiteY10" fmla="*/ 248186 h 248186"/>
                <a:gd name="connsiteX0" fmla="*/ 1264176 w 1264176"/>
                <a:gd name="connsiteY0" fmla="*/ 248186 h 248186"/>
                <a:gd name="connsiteX1" fmla="*/ 331 w 1264176"/>
                <a:gd name="connsiteY1" fmla="*/ 247615 h 248186"/>
                <a:gd name="connsiteX2" fmla="*/ 0 w 1264176"/>
                <a:gd name="connsiteY2" fmla="*/ 193068 h 248186"/>
                <a:gd name="connsiteX3" fmla="*/ 1118190 w 1264176"/>
                <a:gd name="connsiteY3" fmla="*/ 192497 h 248186"/>
                <a:gd name="connsiteX4" fmla="*/ 971505 w 1264176"/>
                <a:gd name="connsiteY4" fmla="*/ 219 h 248186"/>
                <a:gd name="connsiteX5" fmla="*/ 1029544 w 1264176"/>
                <a:gd name="connsiteY5" fmla="*/ 219 h 248186"/>
                <a:gd name="connsiteX6" fmla="*/ 1049800 w 1264176"/>
                <a:gd name="connsiteY6" fmla="*/ 12347 h 248186"/>
                <a:gd name="connsiteX7" fmla="*/ 1114316 w 1264176"/>
                <a:gd name="connsiteY7" fmla="*/ 105057 h 248186"/>
                <a:gd name="connsiteX8" fmla="*/ 1258335 w 1264176"/>
                <a:gd name="connsiteY8" fmla="*/ 242090 h 248186"/>
                <a:gd name="connsiteX9" fmla="*/ 1263541 w 1264176"/>
                <a:gd name="connsiteY9" fmla="*/ 246535 h 248186"/>
                <a:gd name="connsiteX10" fmla="*/ 1264176 w 1264176"/>
                <a:gd name="connsiteY10" fmla="*/ 248186 h 2481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264176" h="248186">
                  <a:moveTo>
                    <a:pt x="1264176" y="248186"/>
                  </a:moveTo>
                  <a:lnTo>
                    <a:pt x="331" y="247615"/>
                  </a:lnTo>
                  <a:cubicBezTo>
                    <a:pt x="-110" y="229052"/>
                    <a:pt x="441" y="211631"/>
                    <a:pt x="0" y="193068"/>
                  </a:cubicBezTo>
                  <a:lnTo>
                    <a:pt x="1118190" y="192497"/>
                  </a:lnTo>
                  <a:cubicBezTo>
                    <a:pt x="1060341" y="134140"/>
                    <a:pt x="1007065" y="74768"/>
                    <a:pt x="971505" y="219"/>
                  </a:cubicBezTo>
                  <a:cubicBezTo>
                    <a:pt x="991888" y="219"/>
                    <a:pt x="1010748" y="854"/>
                    <a:pt x="1029544" y="219"/>
                  </a:cubicBezTo>
                  <a:cubicBezTo>
                    <a:pt x="1038336" y="-1141"/>
                    <a:pt x="1046848" y="3956"/>
                    <a:pt x="1049800" y="12347"/>
                  </a:cubicBezTo>
                  <a:cubicBezTo>
                    <a:pt x="1067362" y="45816"/>
                    <a:pt x="1089035" y="76961"/>
                    <a:pt x="1114316" y="105057"/>
                  </a:cubicBezTo>
                  <a:cubicBezTo>
                    <a:pt x="1157944" y="155126"/>
                    <a:pt x="1206160" y="201004"/>
                    <a:pt x="1258335" y="242090"/>
                  </a:cubicBezTo>
                  <a:cubicBezTo>
                    <a:pt x="1260113" y="243551"/>
                    <a:pt x="1261890" y="245011"/>
                    <a:pt x="1263541" y="246535"/>
                  </a:cubicBezTo>
                  <a:cubicBezTo>
                    <a:pt x="1263859" y="246599"/>
                    <a:pt x="1263859" y="247170"/>
                    <a:pt x="1264176" y="248186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9" name="Freeform 18">
              <a:extLst>
                <a:ext uri="{FF2B5EF4-FFF2-40B4-BE49-F238E27FC236}">
                  <a16:creationId xmlns:a16="http://schemas.microsoft.com/office/drawing/2014/main" id="{17BA7C41-EA1C-2F4D-90C7-EC472AB85B8A}"/>
                </a:ext>
              </a:extLst>
            </p:cNvPr>
            <p:cNvSpPr/>
            <p:nvPr/>
          </p:nvSpPr>
          <p:spPr>
            <a:xfrm>
              <a:off x="4768849" y="3504279"/>
              <a:ext cx="1589355" cy="2436629"/>
            </a:xfrm>
            <a:custGeom>
              <a:avLst/>
              <a:gdLst>
                <a:gd name="connsiteX0" fmla="*/ 275717 w 381000"/>
                <a:gd name="connsiteY0" fmla="*/ 292862 h 584200"/>
                <a:gd name="connsiteX1" fmla="*/ 0 w 381000"/>
                <a:gd name="connsiteY1" fmla="*/ 762 h 584200"/>
                <a:gd name="connsiteX2" fmla="*/ 5779 w 381000"/>
                <a:gd name="connsiteY2" fmla="*/ 0 h 584200"/>
                <a:gd name="connsiteX3" fmla="*/ 65532 w 381000"/>
                <a:gd name="connsiteY3" fmla="*/ 0 h 584200"/>
                <a:gd name="connsiteX4" fmla="*/ 73089 w 381000"/>
                <a:gd name="connsiteY4" fmla="*/ 4191 h 584200"/>
                <a:gd name="connsiteX5" fmla="*/ 202629 w 381000"/>
                <a:gd name="connsiteY5" fmla="*/ 164973 h 584200"/>
                <a:gd name="connsiteX6" fmla="*/ 377889 w 381000"/>
                <a:gd name="connsiteY6" fmla="*/ 290449 h 584200"/>
                <a:gd name="connsiteX7" fmla="*/ 381318 w 381000"/>
                <a:gd name="connsiteY7" fmla="*/ 292481 h 584200"/>
                <a:gd name="connsiteX8" fmla="*/ 340043 w 381000"/>
                <a:gd name="connsiteY8" fmla="*/ 317881 h 584200"/>
                <a:gd name="connsiteX9" fmla="*/ 126238 w 381000"/>
                <a:gd name="connsiteY9" fmla="*/ 500698 h 584200"/>
                <a:gd name="connsiteX10" fmla="*/ 74358 w 381000"/>
                <a:gd name="connsiteY10" fmla="*/ 579120 h 584200"/>
                <a:gd name="connsiteX11" fmla="*/ 65024 w 381000"/>
                <a:gd name="connsiteY11" fmla="*/ 584708 h 584200"/>
                <a:gd name="connsiteX12" fmla="*/ 0 w 381000"/>
                <a:gd name="connsiteY12" fmla="*/ 584708 h 584200"/>
                <a:gd name="connsiteX13" fmla="*/ 275717 w 381000"/>
                <a:gd name="connsiteY13" fmla="*/ 292862 h 584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81000" h="584200">
                  <a:moveTo>
                    <a:pt x="275717" y="292862"/>
                  </a:moveTo>
                  <a:cubicBezTo>
                    <a:pt x="157290" y="220155"/>
                    <a:pt x="68517" y="120840"/>
                    <a:pt x="0" y="762"/>
                  </a:cubicBezTo>
                  <a:cubicBezTo>
                    <a:pt x="1912" y="408"/>
                    <a:pt x="3840" y="154"/>
                    <a:pt x="5779" y="0"/>
                  </a:cubicBezTo>
                  <a:cubicBezTo>
                    <a:pt x="25654" y="0"/>
                    <a:pt x="45593" y="0"/>
                    <a:pt x="65532" y="0"/>
                  </a:cubicBezTo>
                  <a:cubicBezTo>
                    <a:pt x="68552" y="194"/>
                    <a:pt x="71325" y="1732"/>
                    <a:pt x="73089" y="4191"/>
                  </a:cubicBezTo>
                  <a:cubicBezTo>
                    <a:pt x="105855" y="66230"/>
                    <a:pt x="150940" y="118491"/>
                    <a:pt x="202629" y="164973"/>
                  </a:cubicBezTo>
                  <a:cubicBezTo>
                    <a:pt x="256618" y="212664"/>
                    <a:pt x="315344" y="254708"/>
                    <a:pt x="377889" y="290449"/>
                  </a:cubicBezTo>
                  <a:lnTo>
                    <a:pt x="381318" y="292481"/>
                  </a:lnTo>
                  <a:cubicBezTo>
                    <a:pt x="367221" y="301180"/>
                    <a:pt x="353568" y="309372"/>
                    <a:pt x="340043" y="317881"/>
                  </a:cubicBezTo>
                  <a:cubicBezTo>
                    <a:pt x="260224" y="368681"/>
                    <a:pt x="186246" y="426593"/>
                    <a:pt x="126238" y="500698"/>
                  </a:cubicBezTo>
                  <a:cubicBezTo>
                    <a:pt x="106331" y="525012"/>
                    <a:pt x="88949" y="551288"/>
                    <a:pt x="74358" y="579120"/>
                  </a:cubicBezTo>
                  <a:cubicBezTo>
                    <a:pt x="72939" y="582938"/>
                    <a:pt x="69060" y="585261"/>
                    <a:pt x="65024" y="584708"/>
                  </a:cubicBezTo>
                  <a:cubicBezTo>
                    <a:pt x="43879" y="584391"/>
                    <a:pt x="22733" y="584708"/>
                    <a:pt x="0" y="584708"/>
                  </a:cubicBezTo>
                  <a:cubicBezTo>
                    <a:pt x="68517" y="464693"/>
                    <a:pt x="157862" y="365951"/>
                    <a:pt x="275717" y="292862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2F450B4C-241D-A544-BBEF-175E01D6A139}"/>
                </a:ext>
              </a:extLst>
            </p:cNvPr>
            <p:cNvSpPr/>
            <p:nvPr userDrawn="1"/>
          </p:nvSpPr>
          <p:spPr>
            <a:xfrm flipV="1">
              <a:off x="-1420" y="4902788"/>
              <a:ext cx="5273560" cy="1035156"/>
            </a:xfrm>
            <a:custGeom>
              <a:avLst/>
              <a:gdLst>
                <a:gd name="connsiteX0" fmla="*/ 749871 w 749300"/>
                <a:gd name="connsiteY0" fmla="*/ 248186 h 247650"/>
                <a:gd name="connsiteX1" fmla="*/ 0 w 749300"/>
                <a:gd name="connsiteY1" fmla="*/ 248186 h 247650"/>
                <a:gd name="connsiteX2" fmla="*/ 0 w 749300"/>
                <a:gd name="connsiteY2" fmla="*/ 192497 h 247650"/>
                <a:gd name="connsiteX3" fmla="*/ 603885 w 749300"/>
                <a:gd name="connsiteY3" fmla="*/ 192497 h 247650"/>
                <a:gd name="connsiteX4" fmla="*/ 457200 w 749300"/>
                <a:gd name="connsiteY4" fmla="*/ 219 h 247650"/>
                <a:gd name="connsiteX5" fmla="*/ 515239 w 749300"/>
                <a:gd name="connsiteY5" fmla="*/ 219 h 247650"/>
                <a:gd name="connsiteX6" fmla="*/ 535495 w 749300"/>
                <a:gd name="connsiteY6" fmla="*/ 12347 h 247650"/>
                <a:gd name="connsiteX7" fmla="*/ 600011 w 749300"/>
                <a:gd name="connsiteY7" fmla="*/ 105057 h 247650"/>
                <a:gd name="connsiteX8" fmla="*/ 744030 w 749300"/>
                <a:gd name="connsiteY8" fmla="*/ 242090 h 247650"/>
                <a:gd name="connsiteX9" fmla="*/ 749236 w 749300"/>
                <a:gd name="connsiteY9" fmla="*/ 246535 h 247650"/>
                <a:gd name="connsiteX10" fmla="*/ 749871 w 749300"/>
                <a:gd name="connsiteY10" fmla="*/ 248186 h 247650"/>
                <a:gd name="connsiteX0" fmla="*/ 1670881 w 1670881"/>
                <a:gd name="connsiteY0" fmla="*/ 248186 h 248186"/>
                <a:gd name="connsiteX1" fmla="*/ 921010 w 1670881"/>
                <a:gd name="connsiteY1" fmla="*/ 248186 h 248186"/>
                <a:gd name="connsiteX2" fmla="*/ 0 w 1670881"/>
                <a:gd name="connsiteY2" fmla="*/ 192497 h 248186"/>
                <a:gd name="connsiteX3" fmla="*/ 1524895 w 1670881"/>
                <a:gd name="connsiteY3" fmla="*/ 192497 h 248186"/>
                <a:gd name="connsiteX4" fmla="*/ 1378210 w 1670881"/>
                <a:gd name="connsiteY4" fmla="*/ 219 h 248186"/>
                <a:gd name="connsiteX5" fmla="*/ 1436249 w 1670881"/>
                <a:gd name="connsiteY5" fmla="*/ 219 h 248186"/>
                <a:gd name="connsiteX6" fmla="*/ 1456505 w 1670881"/>
                <a:gd name="connsiteY6" fmla="*/ 12347 h 248186"/>
                <a:gd name="connsiteX7" fmla="*/ 1521021 w 1670881"/>
                <a:gd name="connsiteY7" fmla="*/ 105057 h 248186"/>
                <a:gd name="connsiteX8" fmla="*/ 1665040 w 1670881"/>
                <a:gd name="connsiteY8" fmla="*/ 242090 h 248186"/>
                <a:gd name="connsiteX9" fmla="*/ 1670246 w 1670881"/>
                <a:gd name="connsiteY9" fmla="*/ 246535 h 248186"/>
                <a:gd name="connsiteX10" fmla="*/ 1670881 w 1670881"/>
                <a:gd name="connsiteY10" fmla="*/ 248186 h 248186"/>
                <a:gd name="connsiteX0" fmla="*/ 1670881 w 1670881"/>
                <a:gd name="connsiteY0" fmla="*/ 248186 h 248186"/>
                <a:gd name="connsiteX1" fmla="*/ 1324 w 1670881"/>
                <a:gd name="connsiteY1" fmla="*/ 248186 h 248186"/>
                <a:gd name="connsiteX2" fmla="*/ 0 w 1670881"/>
                <a:gd name="connsiteY2" fmla="*/ 192497 h 248186"/>
                <a:gd name="connsiteX3" fmla="*/ 1524895 w 1670881"/>
                <a:gd name="connsiteY3" fmla="*/ 192497 h 248186"/>
                <a:gd name="connsiteX4" fmla="*/ 1378210 w 1670881"/>
                <a:gd name="connsiteY4" fmla="*/ 219 h 248186"/>
                <a:gd name="connsiteX5" fmla="*/ 1436249 w 1670881"/>
                <a:gd name="connsiteY5" fmla="*/ 219 h 248186"/>
                <a:gd name="connsiteX6" fmla="*/ 1456505 w 1670881"/>
                <a:gd name="connsiteY6" fmla="*/ 12347 h 248186"/>
                <a:gd name="connsiteX7" fmla="*/ 1521021 w 1670881"/>
                <a:gd name="connsiteY7" fmla="*/ 105057 h 248186"/>
                <a:gd name="connsiteX8" fmla="*/ 1665040 w 1670881"/>
                <a:gd name="connsiteY8" fmla="*/ 242090 h 248186"/>
                <a:gd name="connsiteX9" fmla="*/ 1670246 w 1670881"/>
                <a:gd name="connsiteY9" fmla="*/ 246535 h 248186"/>
                <a:gd name="connsiteX10" fmla="*/ 1670881 w 1670881"/>
                <a:gd name="connsiteY10" fmla="*/ 248186 h 248186"/>
                <a:gd name="connsiteX0" fmla="*/ 1669638 w 1669638"/>
                <a:gd name="connsiteY0" fmla="*/ 248186 h 248186"/>
                <a:gd name="connsiteX1" fmla="*/ 81 w 1669638"/>
                <a:gd name="connsiteY1" fmla="*/ 248186 h 248186"/>
                <a:gd name="connsiteX2" fmla="*/ 742 w 1669638"/>
                <a:gd name="connsiteY2" fmla="*/ 192497 h 248186"/>
                <a:gd name="connsiteX3" fmla="*/ 1523652 w 1669638"/>
                <a:gd name="connsiteY3" fmla="*/ 192497 h 248186"/>
                <a:gd name="connsiteX4" fmla="*/ 1376967 w 1669638"/>
                <a:gd name="connsiteY4" fmla="*/ 219 h 248186"/>
                <a:gd name="connsiteX5" fmla="*/ 1435006 w 1669638"/>
                <a:gd name="connsiteY5" fmla="*/ 219 h 248186"/>
                <a:gd name="connsiteX6" fmla="*/ 1455262 w 1669638"/>
                <a:gd name="connsiteY6" fmla="*/ 12347 h 248186"/>
                <a:gd name="connsiteX7" fmla="*/ 1519778 w 1669638"/>
                <a:gd name="connsiteY7" fmla="*/ 105057 h 248186"/>
                <a:gd name="connsiteX8" fmla="*/ 1663797 w 1669638"/>
                <a:gd name="connsiteY8" fmla="*/ 242090 h 248186"/>
                <a:gd name="connsiteX9" fmla="*/ 1669003 w 1669638"/>
                <a:gd name="connsiteY9" fmla="*/ 246535 h 248186"/>
                <a:gd name="connsiteX10" fmla="*/ 1669638 w 1669638"/>
                <a:gd name="connsiteY10" fmla="*/ 248186 h 248186"/>
                <a:gd name="connsiteX0" fmla="*/ 1668896 w 1668896"/>
                <a:gd name="connsiteY0" fmla="*/ 248186 h 248186"/>
                <a:gd name="connsiteX1" fmla="*/ 331 w 1668896"/>
                <a:gd name="connsiteY1" fmla="*/ 247193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  <a:gd name="connsiteX0" fmla="*/ 1669638 w 1669638"/>
                <a:gd name="connsiteY0" fmla="*/ 248186 h 248186"/>
                <a:gd name="connsiteX1" fmla="*/ 80 w 1669638"/>
                <a:gd name="connsiteY1" fmla="*/ 247193 h 248186"/>
                <a:gd name="connsiteX2" fmla="*/ 742 w 1669638"/>
                <a:gd name="connsiteY2" fmla="*/ 192497 h 248186"/>
                <a:gd name="connsiteX3" fmla="*/ 1523652 w 1669638"/>
                <a:gd name="connsiteY3" fmla="*/ 192497 h 248186"/>
                <a:gd name="connsiteX4" fmla="*/ 1376967 w 1669638"/>
                <a:gd name="connsiteY4" fmla="*/ 219 h 248186"/>
                <a:gd name="connsiteX5" fmla="*/ 1435006 w 1669638"/>
                <a:gd name="connsiteY5" fmla="*/ 219 h 248186"/>
                <a:gd name="connsiteX6" fmla="*/ 1455262 w 1669638"/>
                <a:gd name="connsiteY6" fmla="*/ 12347 h 248186"/>
                <a:gd name="connsiteX7" fmla="*/ 1519778 w 1669638"/>
                <a:gd name="connsiteY7" fmla="*/ 105057 h 248186"/>
                <a:gd name="connsiteX8" fmla="*/ 1663797 w 1669638"/>
                <a:gd name="connsiteY8" fmla="*/ 242090 h 248186"/>
                <a:gd name="connsiteX9" fmla="*/ 1669003 w 1669638"/>
                <a:gd name="connsiteY9" fmla="*/ 246535 h 248186"/>
                <a:gd name="connsiteX10" fmla="*/ 1669638 w 1669638"/>
                <a:gd name="connsiteY10" fmla="*/ 248186 h 248186"/>
                <a:gd name="connsiteX0" fmla="*/ 1668896 w 1668896"/>
                <a:gd name="connsiteY0" fmla="*/ 248186 h 248186"/>
                <a:gd name="connsiteX1" fmla="*/ 331 w 1668896"/>
                <a:gd name="connsiteY1" fmla="*/ 248186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  <a:gd name="connsiteX0" fmla="*/ 1668896 w 1668896"/>
                <a:gd name="connsiteY0" fmla="*/ 248186 h 248186"/>
                <a:gd name="connsiteX1" fmla="*/ 405622 w 1668896"/>
                <a:gd name="connsiteY1" fmla="*/ 248186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  <a:gd name="connsiteX0" fmla="*/ 1264176 w 1264176"/>
                <a:gd name="connsiteY0" fmla="*/ 248186 h 248186"/>
                <a:gd name="connsiteX1" fmla="*/ 902 w 1264176"/>
                <a:gd name="connsiteY1" fmla="*/ 248186 h 248186"/>
                <a:gd name="connsiteX2" fmla="*/ 0 w 1264176"/>
                <a:gd name="connsiteY2" fmla="*/ 193068 h 248186"/>
                <a:gd name="connsiteX3" fmla="*/ 1118190 w 1264176"/>
                <a:gd name="connsiteY3" fmla="*/ 192497 h 248186"/>
                <a:gd name="connsiteX4" fmla="*/ 971505 w 1264176"/>
                <a:gd name="connsiteY4" fmla="*/ 219 h 248186"/>
                <a:gd name="connsiteX5" fmla="*/ 1029544 w 1264176"/>
                <a:gd name="connsiteY5" fmla="*/ 219 h 248186"/>
                <a:gd name="connsiteX6" fmla="*/ 1049800 w 1264176"/>
                <a:gd name="connsiteY6" fmla="*/ 12347 h 248186"/>
                <a:gd name="connsiteX7" fmla="*/ 1114316 w 1264176"/>
                <a:gd name="connsiteY7" fmla="*/ 105057 h 248186"/>
                <a:gd name="connsiteX8" fmla="*/ 1258335 w 1264176"/>
                <a:gd name="connsiteY8" fmla="*/ 242090 h 248186"/>
                <a:gd name="connsiteX9" fmla="*/ 1263541 w 1264176"/>
                <a:gd name="connsiteY9" fmla="*/ 246535 h 248186"/>
                <a:gd name="connsiteX10" fmla="*/ 1264176 w 1264176"/>
                <a:gd name="connsiteY10" fmla="*/ 248186 h 248186"/>
                <a:gd name="connsiteX0" fmla="*/ 1264176 w 1264176"/>
                <a:gd name="connsiteY0" fmla="*/ 248186 h 248186"/>
                <a:gd name="connsiteX1" fmla="*/ 902 w 1264176"/>
                <a:gd name="connsiteY1" fmla="*/ 248186 h 248186"/>
                <a:gd name="connsiteX2" fmla="*/ 0 w 1264176"/>
                <a:gd name="connsiteY2" fmla="*/ 193068 h 248186"/>
                <a:gd name="connsiteX3" fmla="*/ 1118190 w 1264176"/>
                <a:gd name="connsiteY3" fmla="*/ 192497 h 248186"/>
                <a:gd name="connsiteX4" fmla="*/ 971505 w 1264176"/>
                <a:gd name="connsiteY4" fmla="*/ 219 h 248186"/>
                <a:gd name="connsiteX5" fmla="*/ 1029544 w 1264176"/>
                <a:gd name="connsiteY5" fmla="*/ 219 h 248186"/>
                <a:gd name="connsiteX6" fmla="*/ 1049800 w 1264176"/>
                <a:gd name="connsiteY6" fmla="*/ 12347 h 248186"/>
                <a:gd name="connsiteX7" fmla="*/ 1114316 w 1264176"/>
                <a:gd name="connsiteY7" fmla="*/ 105057 h 248186"/>
                <a:gd name="connsiteX8" fmla="*/ 1258335 w 1264176"/>
                <a:gd name="connsiteY8" fmla="*/ 242090 h 248186"/>
                <a:gd name="connsiteX9" fmla="*/ 1263541 w 1264176"/>
                <a:gd name="connsiteY9" fmla="*/ 246535 h 248186"/>
                <a:gd name="connsiteX10" fmla="*/ 1264176 w 1264176"/>
                <a:gd name="connsiteY10" fmla="*/ 248186 h 248186"/>
                <a:gd name="connsiteX0" fmla="*/ 1264176 w 1264176"/>
                <a:gd name="connsiteY0" fmla="*/ 248186 h 248186"/>
                <a:gd name="connsiteX1" fmla="*/ 902 w 1264176"/>
                <a:gd name="connsiteY1" fmla="*/ 248186 h 248186"/>
                <a:gd name="connsiteX2" fmla="*/ 0 w 1264176"/>
                <a:gd name="connsiteY2" fmla="*/ 193068 h 248186"/>
                <a:gd name="connsiteX3" fmla="*/ 1118190 w 1264176"/>
                <a:gd name="connsiteY3" fmla="*/ 192497 h 248186"/>
                <a:gd name="connsiteX4" fmla="*/ 971505 w 1264176"/>
                <a:gd name="connsiteY4" fmla="*/ 219 h 248186"/>
                <a:gd name="connsiteX5" fmla="*/ 1029544 w 1264176"/>
                <a:gd name="connsiteY5" fmla="*/ 219 h 248186"/>
                <a:gd name="connsiteX6" fmla="*/ 1049800 w 1264176"/>
                <a:gd name="connsiteY6" fmla="*/ 12347 h 248186"/>
                <a:gd name="connsiteX7" fmla="*/ 1114316 w 1264176"/>
                <a:gd name="connsiteY7" fmla="*/ 105057 h 248186"/>
                <a:gd name="connsiteX8" fmla="*/ 1258335 w 1264176"/>
                <a:gd name="connsiteY8" fmla="*/ 242090 h 248186"/>
                <a:gd name="connsiteX9" fmla="*/ 1263541 w 1264176"/>
                <a:gd name="connsiteY9" fmla="*/ 246535 h 248186"/>
                <a:gd name="connsiteX10" fmla="*/ 1264176 w 1264176"/>
                <a:gd name="connsiteY10" fmla="*/ 248186 h 248186"/>
                <a:gd name="connsiteX0" fmla="*/ 1264176 w 1264176"/>
                <a:gd name="connsiteY0" fmla="*/ 248186 h 248186"/>
                <a:gd name="connsiteX1" fmla="*/ 331 w 1264176"/>
                <a:gd name="connsiteY1" fmla="*/ 247615 h 248186"/>
                <a:gd name="connsiteX2" fmla="*/ 0 w 1264176"/>
                <a:gd name="connsiteY2" fmla="*/ 193068 h 248186"/>
                <a:gd name="connsiteX3" fmla="*/ 1118190 w 1264176"/>
                <a:gd name="connsiteY3" fmla="*/ 192497 h 248186"/>
                <a:gd name="connsiteX4" fmla="*/ 971505 w 1264176"/>
                <a:gd name="connsiteY4" fmla="*/ 219 h 248186"/>
                <a:gd name="connsiteX5" fmla="*/ 1029544 w 1264176"/>
                <a:gd name="connsiteY5" fmla="*/ 219 h 248186"/>
                <a:gd name="connsiteX6" fmla="*/ 1049800 w 1264176"/>
                <a:gd name="connsiteY6" fmla="*/ 12347 h 248186"/>
                <a:gd name="connsiteX7" fmla="*/ 1114316 w 1264176"/>
                <a:gd name="connsiteY7" fmla="*/ 105057 h 248186"/>
                <a:gd name="connsiteX8" fmla="*/ 1258335 w 1264176"/>
                <a:gd name="connsiteY8" fmla="*/ 242090 h 248186"/>
                <a:gd name="connsiteX9" fmla="*/ 1263541 w 1264176"/>
                <a:gd name="connsiteY9" fmla="*/ 246535 h 248186"/>
                <a:gd name="connsiteX10" fmla="*/ 1264176 w 1264176"/>
                <a:gd name="connsiteY10" fmla="*/ 248186 h 2481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264176" h="248186">
                  <a:moveTo>
                    <a:pt x="1264176" y="248186"/>
                  </a:moveTo>
                  <a:lnTo>
                    <a:pt x="331" y="247615"/>
                  </a:lnTo>
                  <a:cubicBezTo>
                    <a:pt x="-110" y="229052"/>
                    <a:pt x="441" y="211631"/>
                    <a:pt x="0" y="193068"/>
                  </a:cubicBezTo>
                  <a:lnTo>
                    <a:pt x="1118190" y="192497"/>
                  </a:lnTo>
                  <a:cubicBezTo>
                    <a:pt x="1060341" y="134140"/>
                    <a:pt x="1007065" y="74768"/>
                    <a:pt x="971505" y="219"/>
                  </a:cubicBezTo>
                  <a:cubicBezTo>
                    <a:pt x="991888" y="219"/>
                    <a:pt x="1010748" y="854"/>
                    <a:pt x="1029544" y="219"/>
                  </a:cubicBezTo>
                  <a:cubicBezTo>
                    <a:pt x="1038336" y="-1141"/>
                    <a:pt x="1046848" y="3956"/>
                    <a:pt x="1049800" y="12347"/>
                  </a:cubicBezTo>
                  <a:cubicBezTo>
                    <a:pt x="1067362" y="45816"/>
                    <a:pt x="1089035" y="76961"/>
                    <a:pt x="1114316" y="105057"/>
                  </a:cubicBezTo>
                  <a:cubicBezTo>
                    <a:pt x="1157944" y="155126"/>
                    <a:pt x="1206160" y="201004"/>
                    <a:pt x="1258335" y="242090"/>
                  </a:cubicBezTo>
                  <a:cubicBezTo>
                    <a:pt x="1260113" y="243551"/>
                    <a:pt x="1261890" y="245011"/>
                    <a:pt x="1263541" y="246535"/>
                  </a:cubicBezTo>
                  <a:cubicBezTo>
                    <a:pt x="1263859" y="246599"/>
                    <a:pt x="1263859" y="247170"/>
                    <a:pt x="1264176" y="248186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</p:spTree>
    <p:extLst>
      <p:ext uri="{BB962C8B-B14F-4D97-AF65-F5344CB8AC3E}">
        <p14:creationId xmlns:p14="http://schemas.microsoft.com/office/powerpoint/2010/main" val="265610577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634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Housekeeping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bject 3">
            <a:extLst>
              <a:ext uri="{FF2B5EF4-FFF2-40B4-BE49-F238E27FC236}">
                <a16:creationId xmlns:a16="http://schemas.microsoft.com/office/drawing/2014/main" id="{3344A4B7-0EC8-AD4A-8611-5B12AB419DC2}"/>
              </a:ext>
            </a:extLst>
          </p:cNvPr>
          <p:cNvSpPr/>
          <p:nvPr userDrawn="1"/>
        </p:nvSpPr>
        <p:spPr>
          <a:xfrm>
            <a:off x="0" y="0"/>
            <a:ext cx="11808125" cy="4657785"/>
          </a:xfrm>
          <a:custGeom>
            <a:avLst/>
            <a:gdLst/>
            <a:ahLst/>
            <a:cxnLst/>
            <a:rect l="l" t="t" r="r" b="b"/>
            <a:pathLst>
              <a:path w="15645765" h="6171565">
                <a:moveTo>
                  <a:pt x="12954792" y="0"/>
                </a:moveTo>
                <a:lnTo>
                  <a:pt x="9989330" y="0"/>
                </a:lnTo>
                <a:lnTo>
                  <a:pt x="11612737" y="1621505"/>
                </a:lnTo>
                <a:lnTo>
                  <a:pt x="11603898" y="1638231"/>
                </a:lnTo>
                <a:lnTo>
                  <a:pt x="0" y="1638231"/>
                </a:lnTo>
                <a:lnTo>
                  <a:pt x="0" y="3701600"/>
                </a:lnTo>
                <a:lnTo>
                  <a:pt x="11623393" y="3701600"/>
                </a:lnTo>
                <a:lnTo>
                  <a:pt x="9157358" y="6164994"/>
                </a:lnTo>
                <a:lnTo>
                  <a:pt x="9229199" y="6169201"/>
                </a:lnTo>
                <a:lnTo>
                  <a:pt x="9246778" y="6169604"/>
                </a:lnTo>
                <a:lnTo>
                  <a:pt x="12044487" y="6171255"/>
                </a:lnTo>
                <a:lnTo>
                  <a:pt x="12085365" y="6167625"/>
                </a:lnTo>
                <a:lnTo>
                  <a:pt x="12120998" y="6156469"/>
                </a:lnTo>
                <a:lnTo>
                  <a:pt x="12153240" y="6137640"/>
                </a:lnTo>
                <a:lnTo>
                  <a:pt x="12183945" y="6110993"/>
                </a:lnTo>
                <a:lnTo>
                  <a:pt x="15546143" y="2748262"/>
                </a:lnTo>
                <a:lnTo>
                  <a:pt x="15566761" y="2730440"/>
                </a:lnTo>
                <a:lnTo>
                  <a:pt x="15590311" y="2713899"/>
                </a:lnTo>
                <a:lnTo>
                  <a:pt x="15616627" y="2696820"/>
                </a:lnTo>
                <a:lnTo>
                  <a:pt x="15645546" y="2677383"/>
                </a:lnTo>
                <a:lnTo>
                  <a:pt x="15617183" y="2654144"/>
                </a:lnTo>
                <a:lnTo>
                  <a:pt x="15594873" y="2636172"/>
                </a:lnTo>
                <a:lnTo>
                  <a:pt x="15577002" y="2621305"/>
                </a:lnTo>
                <a:lnTo>
                  <a:pt x="15561955" y="2607381"/>
                </a:lnTo>
                <a:lnTo>
                  <a:pt x="12954792" y="0"/>
                </a:lnTo>
                <a:close/>
              </a:path>
            </a:pathLst>
          </a:custGeom>
          <a:solidFill>
            <a:schemeClr val="tx2"/>
          </a:solidFill>
        </p:spPr>
        <p:txBody>
          <a:bodyPr wrap="square" lIns="0" tIns="0" rIns="0" bIns="0" rtlCol="0"/>
          <a:lstStyle/>
          <a:p>
            <a:endParaRPr sz="1029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EBBB6D40-B4C9-8B4A-B2A6-126F6490637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84784" y="3433680"/>
            <a:ext cx="5627171" cy="968987"/>
          </a:xfrm>
        </p:spPr>
        <p:txBody>
          <a:bodyPr anchor="t" anchorCtr="0">
            <a:noAutofit/>
          </a:bodyPr>
          <a:lstStyle>
            <a:lvl1pPr algn="l">
              <a:lnSpc>
                <a:spcPts val="6000"/>
              </a:lnSpc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Housekeeping</a:t>
            </a:r>
            <a:endParaRPr lang="en-GB" noProof="0" dirty="0"/>
          </a:p>
        </p:txBody>
      </p:sp>
      <p:sp>
        <p:nvSpPr>
          <p:cNvPr id="6" name="Text Placeholder 6"/>
          <p:cNvSpPr>
            <a:spLocks noGrp="1"/>
          </p:cNvSpPr>
          <p:nvPr>
            <p:ph type="body" sz="quarter" idx="12" hasCustomPrompt="1"/>
          </p:nvPr>
        </p:nvSpPr>
        <p:spPr>
          <a:xfrm>
            <a:off x="384784" y="4894524"/>
            <a:ext cx="5627171" cy="1186921"/>
          </a:xfrm>
        </p:spPr>
        <p:txBody>
          <a:bodyPr/>
          <a:lstStyle>
            <a:lvl1pPr marL="342900" marR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15000"/>
              <a:buFont typeface="Arial" panose="020B0604020202020204" pitchFamily="34" charset="0"/>
              <a:buChar char="•"/>
              <a:tabLst/>
              <a:defRPr sz="2000" b="0">
                <a:solidFill>
                  <a:schemeClr val="bg1"/>
                </a:solidFill>
              </a:defRPr>
            </a:lvl1pPr>
            <a:lvl2pPr marL="374650" indent="-285750">
              <a:buFont typeface="Arial" panose="020B0604020202020204" pitchFamily="34" charset="0"/>
              <a:buChar char="•"/>
              <a:defRPr/>
            </a:lvl2pPr>
            <a:lvl3pPr marL="88900" indent="0">
              <a:buNone/>
              <a:defRPr/>
            </a:lvl3pPr>
            <a:lvl4pPr marL="88900" indent="0">
              <a:buNone/>
              <a:defRPr/>
            </a:lvl4pPr>
            <a:lvl5pPr marL="88900" indent="0">
              <a:buNone/>
              <a:defRPr/>
            </a:lvl5pPr>
          </a:lstStyle>
          <a:p>
            <a:pPr lvl="0"/>
            <a:r>
              <a:rPr lang="en-US" dirty="0"/>
              <a:t>Edit text</a:t>
            </a:r>
          </a:p>
        </p:txBody>
      </p:sp>
    </p:spTree>
    <p:extLst>
      <p:ext uri="{BB962C8B-B14F-4D97-AF65-F5344CB8AC3E}">
        <p14:creationId xmlns:p14="http://schemas.microsoft.com/office/powerpoint/2010/main" val="42768793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Meet &amp; Greet 1">
    <p:bg>
      <p:bgPr>
        <a:solidFill>
          <a:srgbClr val="38E2B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108881" y="-11575"/>
            <a:ext cx="8079261" cy="6875362"/>
          </a:xfrm>
          <a:prstGeom prst="rect">
            <a:avLst/>
          </a:prstGeom>
        </p:spPr>
      </p:pic>
      <p:sp>
        <p:nvSpPr>
          <p:cNvPr id="17" name="Title 1">
            <a:extLst>
              <a:ext uri="{FF2B5EF4-FFF2-40B4-BE49-F238E27FC236}">
                <a16:creationId xmlns:a16="http://schemas.microsoft.com/office/drawing/2014/main" id="{EBBB6D40-B4C9-8B4A-B2A6-126F6490637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84785" y="1706477"/>
            <a:ext cx="5002556" cy="808123"/>
          </a:xfrm>
        </p:spPr>
        <p:txBody>
          <a:bodyPr anchor="t" anchorCtr="0">
            <a:noAutofit/>
          </a:bodyPr>
          <a:lstStyle>
            <a:lvl1pPr algn="l">
              <a:lnSpc>
                <a:spcPts val="6000"/>
              </a:lnSpc>
              <a:defRPr sz="3600">
                <a:solidFill>
                  <a:srgbClr val="004050"/>
                </a:solidFill>
              </a:defRPr>
            </a:lvl1pPr>
          </a:lstStyle>
          <a:p>
            <a:r>
              <a:rPr lang="en-US" noProof="0" dirty="0"/>
              <a:t>Meet &amp; Greet</a:t>
            </a:r>
            <a:endParaRPr lang="en-GB" noProof="0" dirty="0"/>
          </a:p>
        </p:txBody>
      </p:sp>
      <p:sp>
        <p:nvSpPr>
          <p:cNvPr id="18" name="Text Placeholder 3"/>
          <p:cNvSpPr>
            <a:spLocks noGrp="1"/>
          </p:cNvSpPr>
          <p:nvPr>
            <p:ph type="body" sz="quarter" idx="10" hasCustomPrompt="1"/>
          </p:nvPr>
        </p:nvSpPr>
        <p:spPr>
          <a:xfrm>
            <a:off x="384785" y="2915404"/>
            <a:ext cx="4278655" cy="3401576"/>
          </a:xfrm>
        </p:spPr>
        <p:txBody>
          <a:bodyPr/>
          <a:lstStyle>
            <a:lvl1pPr>
              <a:lnSpc>
                <a:spcPct val="100000"/>
              </a:lnSpc>
              <a:defRPr b="0" baseline="0"/>
            </a:lvl1pPr>
          </a:lstStyle>
          <a:p>
            <a:pPr lvl="0"/>
            <a:r>
              <a:rPr lang="en-US" dirty="0"/>
              <a:t>Click to edit instructions</a:t>
            </a:r>
          </a:p>
        </p:txBody>
      </p:sp>
    </p:spTree>
    <p:extLst>
      <p:ext uri="{BB962C8B-B14F-4D97-AF65-F5344CB8AC3E}">
        <p14:creationId xmlns:p14="http://schemas.microsoft.com/office/powerpoint/2010/main" val="404595973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orient="horz" pos="1457">
          <p15:clr>
            <a:srgbClr val="FBAE40"/>
          </p15:clr>
        </p15:guide>
        <p15:guide id="3" orient="horz" pos="3634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03 Section Divider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>
            <a:extLst>
              <a:ext uri="{FF2B5EF4-FFF2-40B4-BE49-F238E27FC236}">
                <a16:creationId xmlns:a16="http://schemas.microsoft.com/office/drawing/2014/main" id="{EBBB6D40-B4C9-8B4A-B2A6-126F6490637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76239" y="1556247"/>
            <a:ext cx="5810250" cy="2277604"/>
          </a:xfrm>
        </p:spPr>
        <p:txBody>
          <a:bodyPr anchor="b" anchorCtr="0">
            <a:noAutofit/>
          </a:bodyPr>
          <a:lstStyle>
            <a:lvl1pPr algn="l">
              <a:lnSpc>
                <a:spcPct val="90000"/>
              </a:lnSpc>
              <a:defRPr sz="3600" spc="60" baseline="0">
                <a:solidFill>
                  <a:srgbClr val="004050"/>
                </a:solidFill>
              </a:defRPr>
            </a:lvl1pPr>
          </a:lstStyle>
          <a:p>
            <a:r>
              <a:rPr lang="en-US" noProof="0" dirty="0"/>
              <a:t>CLICK TO EDIT </a:t>
            </a:r>
            <a:br>
              <a:rPr lang="en-US" noProof="0" dirty="0"/>
            </a:br>
            <a:r>
              <a:rPr lang="en-US" noProof="0" dirty="0"/>
              <a:t>MASTER TITLE STYLE</a:t>
            </a:r>
            <a:endParaRPr lang="en-GB" noProof="0" dirty="0"/>
          </a:p>
        </p:txBody>
      </p:sp>
      <p:grpSp>
        <p:nvGrpSpPr>
          <p:cNvPr id="27" name="Group 26"/>
          <p:cNvGrpSpPr/>
          <p:nvPr userDrawn="1"/>
        </p:nvGrpSpPr>
        <p:grpSpPr>
          <a:xfrm>
            <a:off x="-2229" y="2361812"/>
            <a:ext cx="11067619" cy="4502135"/>
            <a:chOff x="-2229" y="2361812"/>
            <a:chExt cx="11067619" cy="4502135"/>
          </a:xfrm>
          <a:solidFill>
            <a:srgbClr val="004050"/>
          </a:solidFill>
        </p:grpSpPr>
        <p:sp>
          <p:nvSpPr>
            <p:cNvPr id="28" name="Freeform 27">
              <a:extLst>
                <a:ext uri="{FF2B5EF4-FFF2-40B4-BE49-F238E27FC236}">
                  <a16:creationId xmlns:a16="http://schemas.microsoft.com/office/drawing/2014/main" id="{2F450B4C-241D-A544-BBEF-175E01D6A139}"/>
                </a:ext>
              </a:extLst>
            </p:cNvPr>
            <p:cNvSpPr/>
            <p:nvPr userDrawn="1"/>
          </p:nvSpPr>
          <p:spPr>
            <a:xfrm>
              <a:off x="-2229" y="2361812"/>
              <a:ext cx="9087449" cy="1912558"/>
            </a:xfrm>
            <a:custGeom>
              <a:avLst/>
              <a:gdLst>
                <a:gd name="connsiteX0" fmla="*/ 749871 w 749300"/>
                <a:gd name="connsiteY0" fmla="*/ 248186 h 247650"/>
                <a:gd name="connsiteX1" fmla="*/ 0 w 749300"/>
                <a:gd name="connsiteY1" fmla="*/ 248186 h 247650"/>
                <a:gd name="connsiteX2" fmla="*/ 0 w 749300"/>
                <a:gd name="connsiteY2" fmla="*/ 192497 h 247650"/>
                <a:gd name="connsiteX3" fmla="*/ 603885 w 749300"/>
                <a:gd name="connsiteY3" fmla="*/ 192497 h 247650"/>
                <a:gd name="connsiteX4" fmla="*/ 457200 w 749300"/>
                <a:gd name="connsiteY4" fmla="*/ 219 h 247650"/>
                <a:gd name="connsiteX5" fmla="*/ 515239 w 749300"/>
                <a:gd name="connsiteY5" fmla="*/ 219 h 247650"/>
                <a:gd name="connsiteX6" fmla="*/ 535495 w 749300"/>
                <a:gd name="connsiteY6" fmla="*/ 12347 h 247650"/>
                <a:gd name="connsiteX7" fmla="*/ 600011 w 749300"/>
                <a:gd name="connsiteY7" fmla="*/ 105057 h 247650"/>
                <a:gd name="connsiteX8" fmla="*/ 744030 w 749300"/>
                <a:gd name="connsiteY8" fmla="*/ 242090 h 247650"/>
                <a:gd name="connsiteX9" fmla="*/ 749236 w 749300"/>
                <a:gd name="connsiteY9" fmla="*/ 246535 h 247650"/>
                <a:gd name="connsiteX10" fmla="*/ 749871 w 749300"/>
                <a:gd name="connsiteY10" fmla="*/ 248186 h 247650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806"/>
                <a:gd name="connsiteX1" fmla="*/ 62 w 1182006"/>
                <a:gd name="connsiteY1" fmla="*/ 248806 h 248806"/>
                <a:gd name="connsiteX2" fmla="*/ 0 w 1182006"/>
                <a:gd name="connsiteY2" fmla="*/ 192497 h 248806"/>
                <a:gd name="connsiteX3" fmla="*/ 1036020 w 1182006"/>
                <a:gd name="connsiteY3" fmla="*/ 192497 h 248806"/>
                <a:gd name="connsiteX4" fmla="*/ 889335 w 1182006"/>
                <a:gd name="connsiteY4" fmla="*/ 219 h 248806"/>
                <a:gd name="connsiteX5" fmla="*/ 947374 w 1182006"/>
                <a:gd name="connsiteY5" fmla="*/ 219 h 248806"/>
                <a:gd name="connsiteX6" fmla="*/ 967630 w 1182006"/>
                <a:gd name="connsiteY6" fmla="*/ 12347 h 248806"/>
                <a:gd name="connsiteX7" fmla="*/ 1032146 w 1182006"/>
                <a:gd name="connsiteY7" fmla="*/ 105057 h 248806"/>
                <a:gd name="connsiteX8" fmla="*/ 1176165 w 1182006"/>
                <a:gd name="connsiteY8" fmla="*/ 242090 h 248806"/>
                <a:gd name="connsiteX9" fmla="*/ 1181371 w 1182006"/>
                <a:gd name="connsiteY9" fmla="*/ 246535 h 248806"/>
                <a:gd name="connsiteX10" fmla="*/ 1182006 w 1182006"/>
                <a:gd name="connsiteY10" fmla="*/ 248186 h 2488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82006" h="248806">
                  <a:moveTo>
                    <a:pt x="1182006" y="248186"/>
                  </a:moveTo>
                  <a:lnTo>
                    <a:pt x="62" y="248806"/>
                  </a:lnTo>
                  <a:cubicBezTo>
                    <a:pt x="41" y="230036"/>
                    <a:pt x="21" y="211267"/>
                    <a:pt x="0" y="192497"/>
                  </a:cubicBezTo>
                  <a:lnTo>
                    <a:pt x="1036020" y="192497"/>
                  </a:lnTo>
                  <a:cubicBezTo>
                    <a:pt x="978171" y="134140"/>
                    <a:pt x="924895" y="74768"/>
                    <a:pt x="889335" y="219"/>
                  </a:cubicBezTo>
                  <a:cubicBezTo>
                    <a:pt x="909718" y="219"/>
                    <a:pt x="928578" y="854"/>
                    <a:pt x="947374" y="219"/>
                  </a:cubicBezTo>
                  <a:cubicBezTo>
                    <a:pt x="956166" y="-1141"/>
                    <a:pt x="964678" y="3956"/>
                    <a:pt x="967630" y="12347"/>
                  </a:cubicBezTo>
                  <a:cubicBezTo>
                    <a:pt x="985192" y="45816"/>
                    <a:pt x="1006865" y="76961"/>
                    <a:pt x="1032146" y="105057"/>
                  </a:cubicBezTo>
                  <a:cubicBezTo>
                    <a:pt x="1075774" y="155126"/>
                    <a:pt x="1123990" y="201004"/>
                    <a:pt x="1176165" y="242090"/>
                  </a:cubicBezTo>
                  <a:cubicBezTo>
                    <a:pt x="1177943" y="243551"/>
                    <a:pt x="1179720" y="245011"/>
                    <a:pt x="1181371" y="246535"/>
                  </a:cubicBezTo>
                  <a:cubicBezTo>
                    <a:pt x="1181689" y="246599"/>
                    <a:pt x="1181689" y="247170"/>
                    <a:pt x="1182006" y="248186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9" name="Freeform 28">
              <a:extLst>
                <a:ext uri="{FF2B5EF4-FFF2-40B4-BE49-F238E27FC236}">
                  <a16:creationId xmlns:a16="http://schemas.microsoft.com/office/drawing/2014/main" id="{17BA7C41-EA1C-2F4D-90C7-EC472AB85B8A}"/>
                </a:ext>
              </a:extLst>
            </p:cNvPr>
            <p:cNvSpPr/>
            <p:nvPr/>
          </p:nvSpPr>
          <p:spPr>
            <a:xfrm>
              <a:off x="8136202" y="2367285"/>
              <a:ext cx="2929188" cy="4490714"/>
            </a:xfrm>
            <a:custGeom>
              <a:avLst/>
              <a:gdLst>
                <a:gd name="connsiteX0" fmla="*/ 275717 w 381000"/>
                <a:gd name="connsiteY0" fmla="*/ 292862 h 584200"/>
                <a:gd name="connsiteX1" fmla="*/ 0 w 381000"/>
                <a:gd name="connsiteY1" fmla="*/ 762 h 584200"/>
                <a:gd name="connsiteX2" fmla="*/ 5779 w 381000"/>
                <a:gd name="connsiteY2" fmla="*/ 0 h 584200"/>
                <a:gd name="connsiteX3" fmla="*/ 65532 w 381000"/>
                <a:gd name="connsiteY3" fmla="*/ 0 h 584200"/>
                <a:gd name="connsiteX4" fmla="*/ 73089 w 381000"/>
                <a:gd name="connsiteY4" fmla="*/ 4191 h 584200"/>
                <a:gd name="connsiteX5" fmla="*/ 202629 w 381000"/>
                <a:gd name="connsiteY5" fmla="*/ 164973 h 584200"/>
                <a:gd name="connsiteX6" fmla="*/ 377889 w 381000"/>
                <a:gd name="connsiteY6" fmla="*/ 290449 h 584200"/>
                <a:gd name="connsiteX7" fmla="*/ 381318 w 381000"/>
                <a:gd name="connsiteY7" fmla="*/ 292481 h 584200"/>
                <a:gd name="connsiteX8" fmla="*/ 340043 w 381000"/>
                <a:gd name="connsiteY8" fmla="*/ 317881 h 584200"/>
                <a:gd name="connsiteX9" fmla="*/ 126238 w 381000"/>
                <a:gd name="connsiteY9" fmla="*/ 500698 h 584200"/>
                <a:gd name="connsiteX10" fmla="*/ 74358 w 381000"/>
                <a:gd name="connsiteY10" fmla="*/ 579120 h 584200"/>
                <a:gd name="connsiteX11" fmla="*/ 65024 w 381000"/>
                <a:gd name="connsiteY11" fmla="*/ 584708 h 584200"/>
                <a:gd name="connsiteX12" fmla="*/ 0 w 381000"/>
                <a:gd name="connsiteY12" fmla="*/ 584708 h 584200"/>
                <a:gd name="connsiteX13" fmla="*/ 275717 w 381000"/>
                <a:gd name="connsiteY13" fmla="*/ 292862 h 584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81000" h="584200">
                  <a:moveTo>
                    <a:pt x="275717" y="292862"/>
                  </a:moveTo>
                  <a:cubicBezTo>
                    <a:pt x="157290" y="220155"/>
                    <a:pt x="68517" y="120840"/>
                    <a:pt x="0" y="762"/>
                  </a:cubicBezTo>
                  <a:cubicBezTo>
                    <a:pt x="1912" y="408"/>
                    <a:pt x="3840" y="154"/>
                    <a:pt x="5779" y="0"/>
                  </a:cubicBezTo>
                  <a:cubicBezTo>
                    <a:pt x="25654" y="0"/>
                    <a:pt x="45593" y="0"/>
                    <a:pt x="65532" y="0"/>
                  </a:cubicBezTo>
                  <a:cubicBezTo>
                    <a:pt x="68552" y="194"/>
                    <a:pt x="71325" y="1732"/>
                    <a:pt x="73089" y="4191"/>
                  </a:cubicBezTo>
                  <a:cubicBezTo>
                    <a:pt x="105855" y="66230"/>
                    <a:pt x="150940" y="118491"/>
                    <a:pt x="202629" y="164973"/>
                  </a:cubicBezTo>
                  <a:cubicBezTo>
                    <a:pt x="256618" y="212664"/>
                    <a:pt x="315344" y="254708"/>
                    <a:pt x="377889" y="290449"/>
                  </a:cubicBezTo>
                  <a:lnTo>
                    <a:pt x="381318" y="292481"/>
                  </a:lnTo>
                  <a:cubicBezTo>
                    <a:pt x="367221" y="301180"/>
                    <a:pt x="353568" y="309372"/>
                    <a:pt x="340043" y="317881"/>
                  </a:cubicBezTo>
                  <a:cubicBezTo>
                    <a:pt x="260224" y="368681"/>
                    <a:pt x="186246" y="426593"/>
                    <a:pt x="126238" y="500698"/>
                  </a:cubicBezTo>
                  <a:cubicBezTo>
                    <a:pt x="106331" y="525012"/>
                    <a:pt x="88949" y="551288"/>
                    <a:pt x="74358" y="579120"/>
                  </a:cubicBezTo>
                  <a:cubicBezTo>
                    <a:pt x="72939" y="582938"/>
                    <a:pt x="69060" y="585261"/>
                    <a:pt x="65024" y="584708"/>
                  </a:cubicBezTo>
                  <a:cubicBezTo>
                    <a:pt x="43879" y="584391"/>
                    <a:pt x="22733" y="584708"/>
                    <a:pt x="0" y="584708"/>
                  </a:cubicBezTo>
                  <a:cubicBezTo>
                    <a:pt x="68517" y="464693"/>
                    <a:pt x="157862" y="365951"/>
                    <a:pt x="275717" y="292862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30" name="Freeform 29">
              <a:extLst>
                <a:ext uri="{FF2B5EF4-FFF2-40B4-BE49-F238E27FC236}">
                  <a16:creationId xmlns:a16="http://schemas.microsoft.com/office/drawing/2014/main" id="{2F450B4C-241D-A544-BBEF-175E01D6A139}"/>
                </a:ext>
              </a:extLst>
            </p:cNvPr>
            <p:cNvSpPr/>
            <p:nvPr userDrawn="1"/>
          </p:nvSpPr>
          <p:spPr>
            <a:xfrm flipV="1">
              <a:off x="-2229" y="4951389"/>
              <a:ext cx="9087449" cy="1912558"/>
            </a:xfrm>
            <a:custGeom>
              <a:avLst/>
              <a:gdLst>
                <a:gd name="connsiteX0" fmla="*/ 749871 w 749300"/>
                <a:gd name="connsiteY0" fmla="*/ 248186 h 247650"/>
                <a:gd name="connsiteX1" fmla="*/ 0 w 749300"/>
                <a:gd name="connsiteY1" fmla="*/ 248186 h 247650"/>
                <a:gd name="connsiteX2" fmla="*/ 0 w 749300"/>
                <a:gd name="connsiteY2" fmla="*/ 192497 h 247650"/>
                <a:gd name="connsiteX3" fmla="*/ 603885 w 749300"/>
                <a:gd name="connsiteY3" fmla="*/ 192497 h 247650"/>
                <a:gd name="connsiteX4" fmla="*/ 457200 w 749300"/>
                <a:gd name="connsiteY4" fmla="*/ 219 h 247650"/>
                <a:gd name="connsiteX5" fmla="*/ 515239 w 749300"/>
                <a:gd name="connsiteY5" fmla="*/ 219 h 247650"/>
                <a:gd name="connsiteX6" fmla="*/ 535495 w 749300"/>
                <a:gd name="connsiteY6" fmla="*/ 12347 h 247650"/>
                <a:gd name="connsiteX7" fmla="*/ 600011 w 749300"/>
                <a:gd name="connsiteY7" fmla="*/ 105057 h 247650"/>
                <a:gd name="connsiteX8" fmla="*/ 744030 w 749300"/>
                <a:gd name="connsiteY8" fmla="*/ 242090 h 247650"/>
                <a:gd name="connsiteX9" fmla="*/ 749236 w 749300"/>
                <a:gd name="connsiteY9" fmla="*/ 246535 h 247650"/>
                <a:gd name="connsiteX10" fmla="*/ 749871 w 749300"/>
                <a:gd name="connsiteY10" fmla="*/ 248186 h 247650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806"/>
                <a:gd name="connsiteX1" fmla="*/ 62 w 1182006"/>
                <a:gd name="connsiteY1" fmla="*/ 248806 h 248806"/>
                <a:gd name="connsiteX2" fmla="*/ 0 w 1182006"/>
                <a:gd name="connsiteY2" fmla="*/ 192497 h 248806"/>
                <a:gd name="connsiteX3" fmla="*/ 1036020 w 1182006"/>
                <a:gd name="connsiteY3" fmla="*/ 192497 h 248806"/>
                <a:gd name="connsiteX4" fmla="*/ 889335 w 1182006"/>
                <a:gd name="connsiteY4" fmla="*/ 219 h 248806"/>
                <a:gd name="connsiteX5" fmla="*/ 947374 w 1182006"/>
                <a:gd name="connsiteY5" fmla="*/ 219 h 248806"/>
                <a:gd name="connsiteX6" fmla="*/ 967630 w 1182006"/>
                <a:gd name="connsiteY6" fmla="*/ 12347 h 248806"/>
                <a:gd name="connsiteX7" fmla="*/ 1032146 w 1182006"/>
                <a:gd name="connsiteY7" fmla="*/ 105057 h 248806"/>
                <a:gd name="connsiteX8" fmla="*/ 1176165 w 1182006"/>
                <a:gd name="connsiteY8" fmla="*/ 242090 h 248806"/>
                <a:gd name="connsiteX9" fmla="*/ 1181371 w 1182006"/>
                <a:gd name="connsiteY9" fmla="*/ 246535 h 248806"/>
                <a:gd name="connsiteX10" fmla="*/ 1182006 w 1182006"/>
                <a:gd name="connsiteY10" fmla="*/ 248186 h 2488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82006" h="248806">
                  <a:moveTo>
                    <a:pt x="1182006" y="248186"/>
                  </a:moveTo>
                  <a:lnTo>
                    <a:pt x="62" y="248806"/>
                  </a:lnTo>
                  <a:cubicBezTo>
                    <a:pt x="41" y="230036"/>
                    <a:pt x="21" y="211267"/>
                    <a:pt x="0" y="192497"/>
                  </a:cubicBezTo>
                  <a:lnTo>
                    <a:pt x="1036020" y="192497"/>
                  </a:lnTo>
                  <a:cubicBezTo>
                    <a:pt x="978171" y="134140"/>
                    <a:pt x="924895" y="74768"/>
                    <a:pt x="889335" y="219"/>
                  </a:cubicBezTo>
                  <a:cubicBezTo>
                    <a:pt x="909718" y="219"/>
                    <a:pt x="928578" y="854"/>
                    <a:pt x="947374" y="219"/>
                  </a:cubicBezTo>
                  <a:cubicBezTo>
                    <a:pt x="956166" y="-1141"/>
                    <a:pt x="964678" y="3956"/>
                    <a:pt x="967630" y="12347"/>
                  </a:cubicBezTo>
                  <a:cubicBezTo>
                    <a:pt x="985192" y="45816"/>
                    <a:pt x="1006865" y="76961"/>
                    <a:pt x="1032146" y="105057"/>
                  </a:cubicBezTo>
                  <a:cubicBezTo>
                    <a:pt x="1075774" y="155126"/>
                    <a:pt x="1123990" y="201004"/>
                    <a:pt x="1176165" y="242090"/>
                  </a:cubicBezTo>
                  <a:cubicBezTo>
                    <a:pt x="1177943" y="243551"/>
                    <a:pt x="1179720" y="245011"/>
                    <a:pt x="1181371" y="246535"/>
                  </a:cubicBezTo>
                  <a:cubicBezTo>
                    <a:pt x="1181689" y="246599"/>
                    <a:pt x="1181689" y="247170"/>
                    <a:pt x="1182006" y="248186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</p:spTree>
    <p:extLst>
      <p:ext uri="{BB962C8B-B14F-4D97-AF65-F5344CB8AC3E}">
        <p14:creationId xmlns:p14="http://schemas.microsoft.com/office/powerpoint/2010/main" val="20029218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Overview or quotes 0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 userDrawn="1"/>
        </p:nvSpPr>
        <p:spPr>
          <a:xfrm>
            <a:off x="-1" y="0"/>
            <a:ext cx="4070352" cy="6858000"/>
          </a:xfrm>
          <a:prstGeom prst="rect">
            <a:avLst/>
          </a:prstGeom>
          <a:solidFill>
            <a:srgbClr val="004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7" name="Text Placeholder 4"/>
          <p:cNvSpPr>
            <a:spLocks noGrp="1"/>
          </p:cNvSpPr>
          <p:nvPr>
            <p:ph type="body" sz="quarter" idx="15" hasCustomPrompt="1"/>
          </p:nvPr>
        </p:nvSpPr>
        <p:spPr>
          <a:xfrm>
            <a:off x="5037137" y="1349984"/>
            <a:ext cx="6770688" cy="5119407"/>
          </a:xfrm>
        </p:spPr>
        <p:txBody>
          <a:bodyPr/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2000" b="0"/>
            </a:lvl1pPr>
            <a:lvl2pPr marL="180000" indent="-180000">
              <a:lnSpc>
                <a:spcPct val="100000"/>
              </a:lnSpc>
              <a:buFont typeface="Arial" panose="020B0604020202020204" pitchFamily="34" charset="0"/>
              <a:buChar char="•"/>
              <a:defRPr sz="2000"/>
            </a:lvl2pPr>
            <a:lvl3pPr marL="180000" indent="-180000">
              <a:buFont typeface="Arial" panose="020B0604020202020204" pitchFamily="34" charset="0"/>
              <a:buChar char="•"/>
              <a:defRPr sz="2000"/>
            </a:lvl3pPr>
            <a:lvl4pPr marL="180000" indent="-180000">
              <a:buFont typeface="Arial" panose="020B0604020202020204" pitchFamily="34" charset="0"/>
              <a:buChar char="•"/>
              <a:defRPr sz="2000"/>
            </a:lvl4pPr>
            <a:lvl5pPr marL="180000" indent="-180000">
              <a:buFont typeface="Arial" panose="020B0604020202020204" pitchFamily="34" charset="0"/>
              <a:buChar char="•"/>
              <a:defRPr sz="2000"/>
            </a:lvl5pPr>
          </a:lstStyle>
          <a:p>
            <a:pPr lvl="0"/>
            <a:r>
              <a:rPr lang="en-US" dirty="0"/>
              <a:t>Edit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Freeform 12">
            <a:extLst>
              <a:ext uri="{FF2B5EF4-FFF2-40B4-BE49-F238E27FC236}">
                <a16:creationId xmlns:a16="http://schemas.microsoft.com/office/drawing/2014/main" id="{DF3D0604-3EEB-7547-A86F-8B3EFC40A3EC}"/>
              </a:ext>
            </a:extLst>
          </p:cNvPr>
          <p:cNvSpPr/>
          <p:nvPr userDrawn="1"/>
        </p:nvSpPr>
        <p:spPr>
          <a:xfrm>
            <a:off x="384784" y="4504759"/>
            <a:ext cx="4321328" cy="1964632"/>
          </a:xfrm>
          <a:custGeom>
            <a:avLst/>
            <a:gdLst>
              <a:gd name="connsiteX0" fmla="*/ 1010833 w 1009650"/>
              <a:gd name="connsiteY0" fmla="*/ 229067 h 457200"/>
              <a:gd name="connsiteX1" fmla="*/ 972733 w 1009650"/>
              <a:gd name="connsiteY1" fmla="*/ 246593 h 457200"/>
              <a:gd name="connsiteX2" fmla="*/ 768072 w 1009650"/>
              <a:gd name="connsiteY2" fmla="*/ 348701 h 457200"/>
              <a:gd name="connsiteX3" fmla="*/ 658853 w 1009650"/>
              <a:gd name="connsiteY3" fmla="*/ 435887 h 457200"/>
              <a:gd name="connsiteX4" fmla="*/ 625770 w 1009650"/>
              <a:gd name="connsiteY4" fmla="*/ 457159 h 457200"/>
              <a:gd name="connsiteX5" fmla="*/ 594020 w 1009650"/>
              <a:gd name="connsiteY5" fmla="*/ 447126 h 457200"/>
              <a:gd name="connsiteX6" fmla="*/ 591352 w 1009650"/>
              <a:gd name="connsiteY6" fmla="*/ 428076 h 457200"/>
              <a:gd name="connsiteX7" fmla="*/ 620117 w 1009650"/>
              <a:gd name="connsiteY7" fmla="*/ 377721 h 457200"/>
              <a:gd name="connsiteX8" fmla="*/ 677966 w 1009650"/>
              <a:gd name="connsiteY8" fmla="*/ 290281 h 457200"/>
              <a:gd name="connsiteX9" fmla="*/ 688507 w 1009650"/>
              <a:gd name="connsiteY9" fmla="*/ 269136 h 457200"/>
              <a:gd name="connsiteX10" fmla="*/ 674410 w 1009650"/>
              <a:gd name="connsiteY10" fmla="*/ 241704 h 457200"/>
              <a:gd name="connsiteX11" fmla="*/ 636310 w 1009650"/>
              <a:gd name="connsiteY11" fmla="*/ 240307 h 457200"/>
              <a:gd name="connsiteX12" fmla="*/ 469495 w 1009650"/>
              <a:gd name="connsiteY12" fmla="*/ 274597 h 457200"/>
              <a:gd name="connsiteX13" fmla="*/ 356846 w 1009650"/>
              <a:gd name="connsiteY13" fmla="*/ 325905 h 457200"/>
              <a:gd name="connsiteX14" fmla="*/ 235752 w 1009650"/>
              <a:gd name="connsiteY14" fmla="*/ 378864 h 457200"/>
              <a:gd name="connsiteX15" fmla="*/ 118468 w 1009650"/>
              <a:gd name="connsiteY15" fmla="*/ 386611 h 457200"/>
              <a:gd name="connsiteX16" fmla="*/ 4168 w 1009650"/>
              <a:gd name="connsiteY16" fmla="*/ 268882 h 457200"/>
              <a:gd name="connsiteX17" fmla="*/ 25186 w 1009650"/>
              <a:gd name="connsiteY17" fmla="*/ 136802 h 457200"/>
              <a:gd name="connsiteX18" fmla="*/ 149075 w 1009650"/>
              <a:gd name="connsiteY18" fmla="*/ 68476 h 457200"/>
              <a:gd name="connsiteX19" fmla="*/ 296649 w 1009650"/>
              <a:gd name="connsiteY19" fmla="*/ 103464 h 457200"/>
              <a:gd name="connsiteX20" fmla="*/ 415076 w 1009650"/>
              <a:gd name="connsiteY20" fmla="*/ 161059 h 457200"/>
              <a:gd name="connsiteX21" fmla="*/ 572429 w 1009650"/>
              <a:gd name="connsiteY21" fmla="*/ 209255 h 457200"/>
              <a:gd name="connsiteX22" fmla="*/ 649836 w 1009650"/>
              <a:gd name="connsiteY22" fmla="*/ 219161 h 457200"/>
              <a:gd name="connsiteX23" fmla="*/ 675236 w 1009650"/>
              <a:gd name="connsiteY23" fmla="*/ 216812 h 457200"/>
              <a:gd name="connsiteX24" fmla="*/ 690125 w 1009650"/>
              <a:gd name="connsiteY24" fmla="*/ 195995 h 457200"/>
              <a:gd name="connsiteX25" fmla="*/ 688317 w 1009650"/>
              <a:gd name="connsiteY25" fmla="*/ 190586 h 457200"/>
              <a:gd name="connsiteX26" fmla="*/ 667934 w 1009650"/>
              <a:gd name="connsiteY26" fmla="*/ 151343 h 457200"/>
              <a:gd name="connsiteX27" fmla="*/ 603036 w 1009650"/>
              <a:gd name="connsiteY27" fmla="*/ 53871 h 457200"/>
              <a:gd name="connsiteX28" fmla="*/ 591098 w 1009650"/>
              <a:gd name="connsiteY28" fmla="*/ 30820 h 457200"/>
              <a:gd name="connsiteX29" fmla="*/ 608179 w 1009650"/>
              <a:gd name="connsiteY29" fmla="*/ 848 h 457200"/>
              <a:gd name="connsiteX30" fmla="*/ 649200 w 1009650"/>
              <a:gd name="connsiteY30" fmla="*/ 12977 h 457200"/>
              <a:gd name="connsiteX31" fmla="*/ 701905 w 1009650"/>
              <a:gd name="connsiteY31" fmla="*/ 60856 h 457200"/>
              <a:gd name="connsiteX32" fmla="*/ 813474 w 1009650"/>
              <a:gd name="connsiteY32" fmla="*/ 134389 h 457200"/>
              <a:gd name="connsiteX33" fmla="*/ 1006642 w 1009650"/>
              <a:gd name="connsiteY33" fmla="*/ 226972 h 457200"/>
              <a:gd name="connsiteX34" fmla="*/ 1010833 w 1009650"/>
              <a:gd name="connsiteY34" fmla="*/ 229067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</a:cxnLst>
            <a:rect l="l" t="t" r="r" b="b"/>
            <a:pathLst>
              <a:path w="1009650" h="457200">
                <a:moveTo>
                  <a:pt x="1010833" y="229067"/>
                </a:moveTo>
                <a:cubicBezTo>
                  <a:pt x="997434" y="235417"/>
                  <a:pt x="984925" y="240815"/>
                  <a:pt x="972733" y="246593"/>
                </a:cubicBezTo>
                <a:cubicBezTo>
                  <a:pt x="903581" y="278724"/>
                  <a:pt x="833668" y="309522"/>
                  <a:pt x="768072" y="348701"/>
                </a:cubicBezTo>
                <a:cubicBezTo>
                  <a:pt x="728311" y="373291"/>
                  <a:pt x="691642" y="402562"/>
                  <a:pt x="658853" y="435887"/>
                </a:cubicBezTo>
                <a:cubicBezTo>
                  <a:pt x="650022" y="445921"/>
                  <a:pt x="638563" y="453288"/>
                  <a:pt x="625770" y="457159"/>
                </a:cubicBezTo>
                <a:cubicBezTo>
                  <a:pt x="614145" y="459928"/>
                  <a:pt x="601942" y="456072"/>
                  <a:pt x="594020" y="447126"/>
                </a:cubicBezTo>
                <a:cubicBezTo>
                  <a:pt x="588841" y="442152"/>
                  <a:pt x="587739" y="434281"/>
                  <a:pt x="591352" y="428076"/>
                </a:cubicBezTo>
                <a:cubicBezTo>
                  <a:pt x="600559" y="411122"/>
                  <a:pt x="609703" y="393977"/>
                  <a:pt x="620117" y="377721"/>
                </a:cubicBezTo>
                <a:cubicBezTo>
                  <a:pt x="639167" y="348320"/>
                  <a:pt x="658853" y="319555"/>
                  <a:pt x="677966" y="290281"/>
                </a:cubicBezTo>
                <a:cubicBezTo>
                  <a:pt x="682182" y="283605"/>
                  <a:pt x="685714" y="276521"/>
                  <a:pt x="688507" y="269136"/>
                </a:cubicBezTo>
                <a:cubicBezTo>
                  <a:pt x="693714" y="255801"/>
                  <a:pt x="688507" y="244244"/>
                  <a:pt x="674410" y="241704"/>
                </a:cubicBezTo>
                <a:cubicBezTo>
                  <a:pt x="661836" y="239482"/>
                  <a:pt x="649014" y="239012"/>
                  <a:pt x="636310" y="240307"/>
                </a:cubicBezTo>
                <a:cubicBezTo>
                  <a:pt x="579541" y="245958"/>
                  <a:pt x="523090" y="254975"/>
                  <a:pt x="469495" y="274597"/>
                </a:cubicBezTo>
                <a:cubicBezTo>
                  <a:pt x="431081" y="289732"/>
                  <a:pt x="393480" y="306858"/>
                  <a:pt x="356846" y="325905"/>
                </a:cubicBezTo>
                <a:cubicBezTo>
                  <a:pt x="317159" y="344955"/>
                  <a:pt x="278233" y="366227"/>
                  <a:pt x="235752" y="378864"/>
                </a:cubicBezTo>
                <a:cubicBezTo>
                  <a:pt x="197915" y="391187"/>
                  <a:pt x="157597" y="393850"/>
                  <a:pt x="118468" y="386611"/>
                </a:cubicBezTo>
                <a:cubicBezTo>
                  <a:pt x="60224" y="373808"/>
                  <a:pt x="15244" y="327478"/>
                  <a:pt x="4168" y="268882"/>
                </a:cubicBezTo>
                <a:cubicBezTo>
                  <a:pt x="-4405" y="222463"/>
                  <a:pt x="-849" y="177505"/>
                  <a:pt x="25186" y="136802"/>
                </a:cubicBezTo>
                <a:cubicBezTo>
                  <a:pt x="53888" y="91971"/>
                  <a:pt x="95925" y="69746"/>
                  <a:pt x="149075" y="68476"/>
                </a:cubicBezTo>
                <a:cubicBezTo>
                  <a:pt x="202224" y="67206"/>
                  <a:pt x="249976" y="81557"/>
                  <a:pt x="296649" y="103464"/>
                </a:cubicBezTo>
                <a:cubicBezTo>
                  <a:pt x="336400" y="122133"/>
                  <a:pt x="375875" y="141331"/>
                  <a:pt x="415076" y="161059"/>
                </a:cubicBezTo>
                <a:cubicBezTo>
                  <a:pt x="464691" y="185237"/>
                  <a:pt x="517785" y="201499"/>
                  <a:pt x="572429" y="209255"/>
                </a:cubicBezTo>
                <a:cubicBezTo>
                  <a:pt x="598126" y="213234"/>
                  <a:pt x="623928" y="216536"/>
                  <a:pt x="649836" y="219161"/>
                </a:cubicBezTo>
                <a:cubicBezTo>
                  <a:pt x="658375" y="219866"/>
                  <a:pt x="666971" y="219071"/>
                  <a:pt x="675236" y="216812"/>
                </a:cubicBezTo>
                <a:cubicBezTo>
                  <a:pt x="685095" y="215175"/>
                  <a:pt x="691762" y="205855"/>
                  <a:pt x="690125" y="195995"/>
                </a:cubicBezTo>
                <a:cubicBezTo>
                  <a:pt x="689812" y="194108"/>
                  <a:pt x="689201" y="192282"/>
                  <a:pt x="688317" y="190586"/>
                </a:cubicBezTo>
                <a:cubicBezTo>
                  <a:pt x="682682" y="176935"/>
                  <a:pt x="675862" y="163803"/>
                  <a:pt x="667934" y="151343"/>
                </a:cubicBezTo>
                <a:cubicBezTo>
                  <a:pt x="646724" y="118577"/>
                  <a:pt x="624499" y="86446"/>
                  <a:pt x="603036" y="53871"/>
                </a:cubicBezTo>
                <a:cubicBezTo>
                  <a:pt x="598297" y="46605"/>
                  <a:pt x="594298" y="38883"/>
                  <a:pt x="591098" y="30820"/>
                </a:cubicBezTo>
                <a:cubicBezTo>
                  <a:pt x="584748" y="15771"/>
                  <a:pt x="592304" y="3833"/>
                  <a:pt x="608179" y="848"/>
                </a:cubicBezTo>
                <a:cubicBezTo>
                  <a:pt x="623012" y="-2026"/>
                  <a:pt x="638315" y="2499"/>
                  <a:pt x="649200" y="12977"/>
                </a:cubicBezTo>
                <a:cubicBezTo>
                  <a:pt x="666917" y="28788"/>
                  <a:pt x="683999" y="45298"/>
                  <a:pt x="701905" y="60856"/>
                </a:cubicBezTo>
                <a:cubicBezTo>
                  <a:pt x="735701" y="90165"/>
                  <a:pt x="773214" y="114889"/>
                  <a:pt x="813474" y="134389"/>
                </a:cubicBezTo>
                <a:cubicBezTo>
                  <a:pt x="877674" y="165631"/>
                  <a:pt x="942253" y="196111"/>
                  <a:pt x="1006642" y="226972"/>
                </a:cubicBezTo>
                <a:cubicBezTo>
                  <a:pt x="1007785" y="227226"/>
                  <a:pt x="1008801" y="227924"/>
                  <a:pt x="1010833" y="229067"/>
                </a:cubicBezTo>
                <a:close/>
              </a:path>
            </a:pathLst>
          </a:custGeom>
          <a:solidFill>
            <a:srgbClr val="09EDB8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FC785C16-E254-5242-9D90-DA9B7DC9FE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56421" y="6511672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760" b="1" i="0">
                <a:solidFill>
                  <a:schemeClr val="tx1"/>
                </a:solidFill>
                <a:latin typeface="Montserrat" pitchFamily="2" charset="77"/>
              </a:defRPr>
            </a:lvl1pPr>
          </a:lstStyle>
          <a:p>
            <a:fld id="{EF892D59-8F09-EF4B-AD6D-DA609442F868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0" name="Text Placeholder 2"/>
          <p:cNvSpPr>
            <a:spLocks noGrp="1"/>
          </p:cNvSpPr>
          <p:nvPr>
            <p:ph type="body" sz="quarter" idx="10" hasCustomPrompt="1"/>
          </p:nvPr>
        </p:nvSpPr>
        <p:spPr>
          <a:xfrm>
            <a:off x="384784" y="1349984"/>
            <a:ext cx="3443732" cy="2751998"/>
          </a:xfrm>
        </p:spPr>
        <p:txBody>
          <a:bodyPr/>
          <a:lstStyle>
            <a:lvl1pPr marL="0" indent="0">
              <a:lnSpc>
                <a:spcPct val="90000"/>
              </a:lnSpc>
              <a:spcAft>
                <a:spcPts val="0"/>
              </a:spcAft>
              <a:buFont typeface="Arial" panose="020B0604020202020204" pitchFamily="34" charset="0"/>
              <a:buNone/>
              <a:defRPr sz="3600" cap="all" spc="60" baseline="0">
                <a:solidFill>
                  <a:srgbClr val="09EDB8"/>
                </a:solidFill>
                <a:latin typeface="Krana Fat B" panose="00000B00000000000000" pitchFamily="50" charset="0"/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slide title to sit here</a:t>
            </a:r>
          </a:p>
        </p:txBody>
      </p:sp>
    </p:spTree>
    <p:extLst>
      <p:ext uri="{BB962C8B-B14F-4D97-AF65-F5344CB8AC3E}">
        <p14:creationId xmlns:p14="http://schemas.microsoft.com/office/powerpoint/2010/main" val="358994535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45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rrow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sz="quarter" idx="10" hasCustomPrompt="1"/>
          </p:nvPr>
        </p:nvSpPr>
        <p:spPr>
          <a:xfrm>
            <a:off x="384784" y="1242034"/>
            <a:ext cx="3694112" cy="2917842"/>
          </a:xfrm>
        </p:spPr>
        <p:txBody>
          <a:bodyPr anchor="b"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3600" cap="none" baseline="0">
                <a:latin typeface="Krana Fat B" panose="00000B00000000000000" pitchFamily="50" charset="0"/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Click to </a:t>
            </a:r>
            <a:br>
              <a:rPr lang="en-US" dirty="0"/>
            </a:br>
            <a:r>
              <a:rPr lang="en-US" dirty="0"/>
              <a:t>edit slide title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1" hasCustomPrompt="1"/>
          </p:nvPr>
        </p:nvSpPr>
        <p:spPr>
          <a:xfrm>
            <a:off x="6098146" y="579549"/>
            <a:ext cx="5718225" cy="5899039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2000" b="0"/>
            </a:lvl1pPr>
            <a:lvl2pPr marL="180000" marR="0" indent="-1800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Pct val="125000"/>
              <a:buFont typeface="Arial" panose="020B0604020202020204" pitchFamily="34" charset="0"/>
              <a:buChar char="•"/>
              <a:tabLst/>
              <a:defRPr sz="2000"/>
            </a:lvl2pPr>
            <a:lvl3pPr marL="180000" indent="-180000">
              <a:buFont typeface="Arial" panose="020B0604020202020204" pitchFamily="34" charset="0"/>
              <a:buChar char="•"/>
              <a:defRPr sz="2000"/>
            </a:lvl3pPr>
            <a:lvl4pPr marL="180000" indent="-180000">
              <a:buFont typeface="Arial" panose="020B0604020202020204" pitchFamily="34" charset="0"/>
              <a:buChar char="•"/>
              <a:defRPr/>
            </a:lvl4pPr>
            <a:lvl5pPr marL="180000" indent="-180000"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 dirty="0"/>
              <a:t>Edit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2"/>
            <a:r>
              <a:rPr lang="en-GB" dirty="0"/>
              <a:t>Fourth level</a:t>
            </a:r>
          </a:p>
          <a:p>
            <a:pPr lvl="2"/>
            <a:r>
              <a:rPr lang="en-GB" dirty="0"/>
              <a:t>Fifth level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FC785C16-E254-5242-9D90-DA9B7DC9FE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56421" y="6511672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760" b="1" i="0">
                <a:solidFill>
                  <a:schemeClr val="tx1"/>
                </a:solidFill>
                <a:latin typeface="Montserrat" pitchFamily="2" charset="77"/>
              </a:defRPr>
            </a:lvl1pPr>
          </a:lstStyle>
          <a:p>
            <a:fld id="{EF892D59-8F09-EF4B-AD6D-DA609442F868}" type="slidenum">
              <a:rPr lang="en-GB" smtClean="0"/>
              <a:pPr/>
              <a:t>‹#›</a:t>
            </a:fld>
            <a:endParaRPr lang="en-GB" dirty="0"/>
          </a:p>
        </p:txBody>
      </p:sp>
      <p:grpSp>
        <p:nvGrpSpPr>
          <p:cNvPr id="19" name="Group 18"/>
          <p:cNvGrpSpPr/>
          <p:nvPr userDrawn="1"/>
        </p:nvGrpSpPr>
        <p:grpSpPr>
          <a:xfrm>
            <a:off x="-6058" y="3531457"/>
            <a:ext cx="5797612" cy="2365031"/>
            <a:chOff x="-2229" y="2361812"/>
            <a:chExt cx="11067619" cy="4514835"/>
          </a:xfrm>
          <a:solidFill>
            <a:srgbClr val="09EDB8"/>
          </a:solidFill>
        </p:grpSpPr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2F450B4C-241D-A544-BBEF-175E01D6A139}"/>
                </a:ext>
              </a:extLst>
            </p:cNvPr>
            <p:cNvSpPr/>
            <p:nvPr userDrawn="1"/>
          </p:nvSpPr>
          <p:spPr>
            <a:xfrm>
              <a:off x="-2229" y="2361812"/>
              <a:ext cx="9087449" cy="1912558"/>
            </a:xfrm>
            <a:custGeom>
              <a:avLst/>
              <a:gdLst>
                <a:gd name="connsiteX0" fmla="*/ 749871 w 749300"/>
                <a:gd name="connsiteY0" fmla="*/ 248186 h 247650"/>
                <a:gd name="connsiteX1" fmla="*/ 0 w 749300"/>
                <a:gd name="connsiteY1" fmla="*/ 248186 h 247650"/>
                <a:gd name="connsiteX2" fmla="*/ 0 w 749300"/>
                <a:gd name="connsiteY2" fmla="*/ 192497 h 247650"/>
                <a:gd name="connsiteX3" fmla="*/ 603885 w 749300"/>
                <a:gd name="connsiteY3" fmla="*/ 192497 h 247650"/>
                <a:gd name="connsiteX4" fmla="*/ 457200 w 749300"/>
                <a:gd name="connsiteY4" fmla="*/ 219 h 247650"/>
                <a:gd name="connsiteX5" fmla="*/ 515239 w 749300"/>
                <a:gd name="connsiteY5" fmla="*/ 219 h 247650"/>
                <a:gd name="connsiteX6" fmla="*/ 535495 w 749300"/>
                <a:gd name="connsiteY6" fmla="*/ 12347 h 247650"/>
                <a:gd name="connsiteX7" fmla="*/ 600011 w 749300"/>
                <a:gd name="connsiteY7" fmla="*/ 105057 h 247650"/>
                <a:gd name="connsiteX8" fmla="*/ 744030 w 749300"/>
                <a:gd name="connsiteY8" fmla="*/ 242090 h 247650"/>
                <a:gd name="connsiteX9" fmla="*/ 749236 w 749300"/>
                <a:gd name="connsiteY9" fmla="*/ 246535 h 247650"/>
                <a:gd name="connsiteX10" fmla="*/ 749871 w 749300"/>
                <a:gd name="connsiteY10" fmla="*/ 248186 h 247650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806"/>
                <a:gd name="connsiteX1" fmla="*/ 62 w 1182006"/>
                <a:gd name="connsiteY1" fmla="*/ 248806 h 248806"/>
                <a:gd name="connsiteX2" fmla="*/ 0 w 1182006"/>
                <a:gd name="connsiteY2" fmla="*/ 192497 h 248806"/>
                <a:gd name="connsiteX3" fmla="*/ 1036020 w 1182006"/>
                <a:gd name="connsiteY3" fmla="*/ 192497 h 248806"/>
                <a:gd name="connsiteX4" fmla="*/ 889335 w 1182006"/>
                <a:gd name="connsiteY4" fmla="*/ 219 h 248806"/>
                <a:gd name="connsiteX5" fmla="*/ 947374 w 1182006"/>
                <a:gd name="connsiteY5" fmla="*/ 219 h 248806"/>
                <a:gd name="connsiteX6" fmla="*/ 967630 w 1182006"/>
                <a:gd name="connsiteY6" fmla="*/ 12347 h 248806"/>
                <a:gd name="connsiteX7" fmla="*/ 1032146 w 1182006"/>
                <a:gd name="connsiteY7" fmla="*/ 105057 h 248806"/>
                <a:gd name="connsiteX8" fmla="*/ 1176165 w 1182006"/>
                <a:gd name="connsiteY8" fmla="*/ 242090 h 248806"/>
                <a:gd name="connsiteX9" fmla="*/ 1181371 w 1182006"/>
                <a:gd name="connsiteY9" fmla="*/ 246535 h 248806"/>
                <a:gd name="connsiteX10" fmla="*/ 1182006 w 1182006"/>
                <a:gd name="connsiteY10" fmla="*/ 248186 h 2488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82006" h="248806">
                  <a:moveTo>
                    <a:pt x="1182006" y="248186"/>
                  </a:moveTo>
                  <a:lnTo>
                    <a:pt x="62" y="248806"/>
                  </a:lnTo>
                  <a:cubicBezTo>
                    <a:pt x="41" y="230036"/>
                    <a:pt x="21" y="211267"/>
                    <a:pt x="0" y="192497"/>
                  </a:cubicBezTo>
                  <a:lnTo>
                    <a:pt x="1036020" y="192497"/>
                  </a:lnTo>
                  <a:cubicBezTo>
                    <a:pt x="978171" y="134140"/>
                    <a:pt x="924895" y="74768"/>
                    <a:pt x="889335" y="219"/>
                  </a:cubicBezTo>
                  <a:cubicBezTo>
                    <a:pt x="909718" y="219"/>
                    <a:pt x="928578" y="854"/>
                    <a:pt x="947374" y="219"/>
                  </a:cubicBezTo>
                  <a:cubicBezTo>
                    <a:pt x="956166" y="-1141"/>
                    <a:pt x="964678" y="3956"/>
                    <a:pt x="967630" y="12347"/>
                  </a:cubicBezTo>
                  <a:cubicBezTo>
                    <a:pt x="985192" y="45816"/>
                    <a:pt x="1006865" y="76961"/>
                    <a:pt x="1032146" y="105057"/>
                  </a:cubicBezTo>
                  <a:cubicBezTo>
                    <a:pt x="1075774" y="155126"/>
                    <a:pt x="1123990" y="201004"/>
                    <a:pt x="1176165" y="242090"/>
                  </a:cubicBezTo>
                  <a:cubicBezTo>
                    <a:pt x="1177943" y="243551"/>
                    <a:pt x="1179720" y="245011"/>
                    <a:pt x="1181371" y="246535"/>
                  </a:cubicBezTo>
                  <a:cubicBezTo>
                    <a:pt x="1181689" y="246599"/>
                    <a:pt x="1181689" y="247170"/>
                    <a:pt x="1182006" y="248186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17BA7C41-EA1C-2F4D-90C7-EC472AB85B8A}"/>
                </a:ext>
              </a:extLst>
            </p:cNvPr>
            <p:cNvSpPr/>
            <p:nvPr/>
          </p:nvSpPr>
          <p:spPr>
            <a:xfrm>
              <a:off x="8136202" y="2367285"/>
              <a:ext cx="2929188" cy="4490714"/>
            </a:xfrm>
            <a:custGeom>
              <a:avLst/>
              <a:gdLst>
                <a:gd name="connsiteX0" fmla="*/ 275717 w 381000"/>
                <a:gd name="connsiteY0" fmla="*/ 292862 h 584200"/>
                <a:gd name="connsiteX1" fmla="*/ 0 w 381000"/>
                <a:gd name="connsiteY1" fmla="*/ 762 h 584200"/>
                <a:gd name="connsiteX2" fmla="*/ 5779 w 381000"/>
                <a:gd name="connsiteY2" fmla="*/ 0 h 584200"/>
                <a:gd name="connsiteX3" fmla="*/ 65532 w 381000"/>
                <a:gd name="connsiteY3" fmla="*/ 0 h 584200"/>
                <a:gd name="connsiteX4" fmla="*/ 73089 w 381000"/>
                <a:gd name="connsiteY4" fmla="*/ 4191 h 584200"/>
                <a:gd name="connsiteX5" fmla="*/ 202629 w 381000"/>
                <a:gd name="connsiteY5" fmla="*/ 164973 h 584200"/>
                <a:gd name="connsiteX6" fmla="*/ 377889 w 381000"/>
                <a:gd name="connsiteY6" fmla="*/ 290449 h 584200"/>
                <a:gd name="connsiteX7" fmla="*/ 381318 w 381000"/>
                <a:gd name="connsiteY7" fmla="*/ 292481 h 584200"/>
                <a:gd name="connsiteX8" fmla="*/ 340043 w 381000"/>
                <a:gd name="connsiteY8" fmla="*/ 317881 h 584200"/>
                <a:gd name="connsiteX9" fmla="*/ 126238 w 381000"/>
                <a:gd name="connsiteY9" fmla="*/ 500698 h 584200"/>
                <a:gd name="connsiteX10" fmla="*/ 74358 w 381000"/>
                <a:gd name="connsiteY10" fmla="*/ 579120 h 584200"/>
                <a:gd name="connsiteX11" fmla="*/ 65024 w 381000"/>
                <a:gd name="connsiteY11" fmla="*/ 584708 h 584200"/>
                <a:gd name="connsiteX12" fmla="*/ 0 w 381000"/>
                <a:gd name="connsiteY12" fmla="*/ 584708 h 584200"/>
                <a:gd name="connsiteX13" fmla="*/ 275717 w 381000"/>
                <a:gd name="connsiteY13" fmla="*/ 292862 h 584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81000" h="584200">
                  <a:moveTo>
                    <a:pt x="275717" y="292862"/>
                  </a:moveTo>
                  <a:cubicBezTo>
                    <a:pt x="157290" y="220155"/>
                    <a:pt x="68517" y="120840"/>
                    <a:pt x="0" y="762"/>
                  </a:cubicBezTo>
                  <a:cubicBezTo>
                    <a:pt x="1912" y="408"/>
                    <a:pt x="3840" y="154"/>
                    <a:pt x="5779" y="0"/>
                  </a:cubicBezTo>
                  <a:cubicBezTo>
                    <a:pt x="25654" y="0"/>
                    <a:pt x="45593" y="0"/>
                    <a:pt x="65532" y="0"/>
                  </a:cubicBezTo>
                  <a:cubicBezTo>
                    <a:pt x="68552" y="194"/>
                    <a:pt x="71325" y="1732"/>
                    <a:pt x="73089" y="4191"/>
                  </a:cubicBezTo>
                  <a:cubicBezTo>
                    <a:pt x="105855" y="66230"/>
                    <a:pt x="150940" y="118491"/>
                    <a:pt x="202629" y="164973"/>
                  </a:cubicBezTo>
                  <a:cubicBezTo>
                    <a:pt x="256618" y="212664"/>
                    <a:pt x="315344" y="254708"/>
                    <a:pt x="377889" y="290449"/>
                  </a:cubicBezTo>
                  <a:lnTo>
                    <a:pt x="381318" y="292481"/>
                  </a:lnTo>
                  <a:cubicBezTo>
                    <a:pt x="367221" y="301180"/>
                    <a:pt x="353568" y="309372"/>
                    <a:pt x="340043" y="317881"/>
                  </a:cubicBezTo>
                  <a:cubicBezTo>
                    <a:pt x="260224" y="368681"/>
                    <a:pt x="186246" y="426593"/>
                    <a:pt x="126238" y="500698"/>
                  </a:cubicBezTo>
                  <a:cubicBezTo>
                    <a:pt x="106331" y="525012"/>
                    <a:pt x="88949" y="551288"/>
                    <a:pt x="74358" y="579120"/>
                  </a:cubicBezTo>
                  <a:cubicBezTo>
                    <a:pt x="72939" y="582938"/>
                    <a:pt x="69060" y="585261"/>
                    <a:pt x="65024" y="584708"/>
                  </a:cubicBezTo>
                  <a:cubicBezTo>
                    <a:pt x="43879" y="584391"/>
                    <a:pt x="22733" y="584708"/>
                    <a:pt x="0" y="584708"/>
                  </a:cubicBezTo>
                  <a:cubicBezTo>
                    <a:pt x="68517" y="464693"/>
                    <a:pt x="157862" y="365951"/>
                    <a:pt x="275717" y="292862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2F450B4C-241D-A544-BBEF-175E01D6A139}"/>
                </a:ext>
              </a:extLst>
            </p:cNvPr>
            <p:cNvSpPr/>
            <p:nvPr userDrawn="1"/>
          </p:nvSpPr>
          <p:spPr>
            <a:xfrm flipV="1">
              <a:off x="-467" y="4964089"/>
              <a:ext cx="9087449" cy="1912558"/>
            </a:xfrm>
            <a:custGeom>
              <a:avLst/>
              <a:gdLst>
                <a:gd name="connsiteX0" fmla="*/ 749871 w 749300"/>
                <a:gd name="connsiteY0" fmla="*/ 248186 h 247650"/>
                <a:gd name="connsiteX1" fmla="*/ 0 w 749300"/>
                <a:gd name="connsiteY1" fmla="*/ 248186 h 247650"/>
                <a:gd name="connsiteX2" fmla="*/ 0 w 749300"/>
                <a:gd name="connsiteY2" fmla="*/ 192497 h 247650"/>
                <a:gd name="connsiteX3" fmla="*/ 603885 w 749300"/>
                <a:gd name="connsiteY3" fmla="*/ 192497 h 247650"/>
                <a:gd name="connsiteX4" fmla="*/ 457200 w 749300"/>
                <a:gd name="connsiteY4" fmla="*/ 219 h 247650"/>
                <a:gd name="connsiteX5" fmla="*/ 515239 w 749300"/>
                <a:gd name="connsiteY5" fmla="*/ 219 h 247650"/>
                <a:gd name="connsiteX6" fmla="*/ 535495 w 749300"/>
                <a:gd name="connsiteY6" fmla="*/ 12347 h 247650"/>
                <a:gd name="connsiteX7" fmla="*/ 600011 w 749300"/>
                <a:gd name="connsiteY7" fmla="*/ 105057 h 247650"/>
                <a:gd name="connsiteX8" fmla="*/ 744030 w 749300"/>
                <a:gd name="connsiteY8" fmla="*/ 242090 h 247650"/>
                <a:gd name="connsiteX9" fmla="*/ 749236 w 749300"/>
                <a:gd name="connsiteY9" fmla="*/ 246535 h 247650"/>
                <a:gd name="connsiteX10" fmla="*/ 749871 w 749300"/>
                <a:gd name="connsiteY10" fmla="*/ 248186 h 247650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806"/>
                <a:gd name="connsiteX1" fmla="*/ 62 w 1182006"/>
                <a:gd name="connsiteY1" fmla="*/ 248806 h 248806"/>
                <a:gd name="connsiteX2" fmla="*/ 0 w 1182006"/>
                <a:gd name="connsiteY2" fmla="*/ 192497 h 248806"/>
                <a:gd name="connsiteX3" fmla="*/ 1036020 w 1182006"/>
                <a:gd name="connsiteY3" fmla="*/ 192497 h 248806"/>
                <a:gd name="connsiteX4" fmla="*/ 889335 w 1182006"/>
                <a:gd name="connsiteY4" fmla="*/ 219 h 248806"/>
                <a:gd name="connsiteX5" fmla="*/ 947374 w 1182006"/>
                <a:gd name="connsiteY5" fmla="*/ 219 h 248806"/>
                <a:gd name="connsiteX6" fmla="*/ 967630 w 1182006"/>
                <a:gd name="connsiteY6" fmla="*/ 12347 h 248806"/>
                <a:gd name="connsiteX7" fmla="*/ 1032146 w 1182006"/>
                <a:gd name="connsiteY7" fmla="*/ 105057 h 248806"/>
                <a:gd name="connsiteX8" fmla="*/ 1176165 w 1182006"/>
                <a:gd name="connsiteY8" fmla="*/ 242090 h 248806"/>
                <a:gd name="connsiteX9" fmla="*/ 1181371 w 1182006"/>
                <a:gd name="connsiteY9" fmla="*/ 246535 h 248806"/>
                <a:gd name="connsiteX10" fmla="*/ 1182006 w 1182006"/>
                <a:gd name="connsiteY10" fmla="*/ 248186 h 2488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82006" h="248806">
                  <a:moveTo>
                    <a:pt x="1182006" y="248186"/>
                  </a:moveTo>
                  <a:lnTo>
                    <a:pt x="62" y="248806"/>
                  </a:lnTo>
                  <a:cubicBezTo>
                    <a:pt x="41" y="230036"/>
                    <a:pt x="21" y="211267"/>
                    <a:pt x="0" y="192497"/>
                  </a:cubicBezTo>
                  <a:lnTo>
                    <a:pt x="1036020" y="192497"/>
                  </a:lnTo>
                  <a:cubicBezTo>
                    <a:pt x="978171" y="134140"/>
                    <a:pt x="924895" y="74768"/>
                    <a:pt x="889335" y="219"/>
                  </a:cubicBezTo>
                  <a:cubicBezTo>
                    <a:pt x="909718" y="219"/>
                    <a:pt x="928578" y="854"/>
                    <a:pt x="947374" y="219"/>
                  </a:cubicBezTo>
                  <a:cubicBezTo>
                    <a:pt x="956166" y="-1141"/>
                    <a:pt x="964678" y="3956"/>
                    <a:pt x="967630" y="12347"/>
                  </a:cubicBezTo>
                  <a:cubicBezTo>
                    <a:pt x="985192" y="45816"/>
                    <a:pt x="1006865" y="76961"/>
                    <a:pt x="1032146" y="105057"/>
                  </a:cubicBezTo>
                  <a:cubicBezTo>
                    <a:pt x="1075774" y="155126"/>
                    <a:pt x="1123990" y="201004"/>
                    <a:pt x="1176165" y="242090"/>
                  </a:cubicBezTo>
                  <a:cubicBezTo>
                    <a:pt x="1177943" y="243551"/>
                    <a:pt x="1179720" y="245011"/>
                    <a:pt x="1181371" y="246535"/>
                  </a:cubicBezTo>
                  <a:cubicBezTo>
                    <a:pt x="1181689" y="246599"/>
                    <a:pt x="1181689" y="247170"/>
                    <a:pt x="1182006" y="248186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</p:spTree>
    <p:extLst>
      <p:ext uri="{BB962C8B-B14F-4D97-AF65-F5344CB8AC3E}">
        <p14:creationId xmlns:p14="http://schemas.microsoft.com/office/powerpoint/2010/main" val="137035841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77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 and Image (half screen)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7"/>
          <p:cNvSpPr>
            <a:spLocks noGrp="1"/>
          </p:cNvSpPr>
          <p:nvPr>
            <p:ph type="body" sz="quarter" idx="11" hasCustomPrompt="1"/>
          </p:nvPr>
        </p:nvSpPr>
        <p:spPr>
          <a:xfrm>
            <a:off x="373063" y="1892635"/>
            <a:ext cx="6143484" cy="4376323"/>
          </a:xfrm>
        </p:spPr>
        <p:txBody>
          <a:bodyPr/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2000" b="0"/>
            </a:lvl1pPr>
            <a:lvl2pPr marL="171450" indent="-171450">
              <a:lnSpc>
                <a:spcPct val="100000"/>
              </a:lnSpc>
              <a:buFont typeface="Arial" panose="020B0604020202020204" pitchFamily="34" charset="0"/>
              <a:buChar char="•"/>
              <a:defRPr sz="2000" b="0"/>
            </a:lvl2pPr>
            <a:lvl3pPr>
              <a:lnSpc>
                <a:spcPct val="100000"/>
              </a:lnSpc>
              <a:defRPr sz="1800" b="0"/>
            </a:lvl3pPr>
            <a:lvl4pPr>
              <a:lnSpc>
                <a:spcPct val="100000"/>
              </a:lnSpc>
              <a:defRPr sz="1800" b="0"/>
            </a:lvl4pPr>
            <a:lvl5pPr>
              <a:lnSpc>
                <a:spcPct val="100000"/>
              </a:lnSpc>
              <a:defRPr sz="1800" b="0"/>
            </a:lvl5pPr>
          </a:lstStyle>
          <a:p>
            <a:pPr lvl="0"/>
            <a:r>
              <a:rPr lang="en-US" dirty="0"/>
              <a:t>Edit text</a:t>
            </a:r>
          </a:p>
          <a:p>
            <a:pPr lvl="1"/>
            <a:r>
              <a:rPr lang="en-US" dirty="0"/>
              <a:t>Second level</a:t>
            </a:r>
          </a:p>
          <a:p>
            <a:pPr lvl="1"/>
            <a:r>
              <a:rPr lang="en-US" dirty="0"/>
              <a:t>Third level</a:t>
            </a:r>
          </a:p>
          <a:p>
            <a:pPr lvl="1"/>
            <a:r>
              <a:rPr lang="en-US" dirty="0"/>
              <a:t>Fourth level</a:t>
            </a:r>
          </a:p>
          <a:p>
            <a:pPr lvl="1"/>
            <a:r>
              <a:rPr lang="en-US" dirty="0"/>
              <a:t>Fifth level</a:t>
            </a:r>
          </a:p>
        </p:txBody>
      </p:sp>
      <p:sp>
        <p:nvSpPr>
          <p:cNvPr id="7" name="Picture Placeholder 4">
            <a:extLst>
              <a:ext uri="{FF2B5EF4-FFF2-40B4-BE49-F238E27FC236}">
                <a16:creationId xmlns:a16="http://schemas.microsoft.com/office/drawing/2014/main" id="{749837D3-F6DB-DB49-B987-A2004B0611D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967959" y="0"/>
            <a:ext cx="5224040" cy="685799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1" name="Text Placeholder 2"/>
          <p:cNvSpPr>
            <a:spLocks noGrp="1"/>
          </p:cNvSpPr>
          <p:nvPr>
            <p:ph type="body" sz="quarter" idx="12" hasCustomPrompt="1"/>
          </p:nvPr>
        </p:nvSpPr>
        <p:spPr>
          <a:xfrm>
            <a:off x="385650" y="1147572"/>
            <a:ext cx="5123903" cy="520262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3600" cap="none" baseline="0">
                <a:solidFill>
                  <a:srgbClr val="004050"/>
                </a:solidFill>
                <a:latin typeface="Krana Fat B" panose="00000B00000000000000" pitchFamily="50" charset="0"/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Click to edit slide title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FC785C16-E254-5242-9D90-DA9B7DC9FE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56421" y="6511672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760" b="1" i="0">
                <a:solidFill>
                  <a:schemeClr val="tx1"/>
                </a:solidFill>
                <a:latin typeface="Montserrat" pitchFamily="2" charset="77"/>
              </a:defRPr>
            </a:lvl1pPr>
          </a:lstStyle>
          <a:p>
            <a:fld id="{EF892D59-8F09-EF4B-AD6D-DA609442F868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6" name="Freeform 15">
            <a:extLst>
              <a:ext uri="{FF2B5EF4-FFF2-40B4-BE49-F238E27FC236}">
                <a16:creationId xmlns:a16="http://schemas.microsoft.com/office/drawing/2014/main" id="{D44E23D4-CD16-B448-8F0A-11F5CE4FAB4C}"/>
              </a:ext>
            </a:extLst>
          </p:cNvPr>
          <p:cNvSpPr/>
          <p:nvPr userDrawn="1"/>
        </p:nvSpPr>
        <p:spPr>
          <a:xfrm>
            <a:off x="3229535" y="4488657"/>
            <a:ext cx="3729957" cy="2369343"/>
          </a:xfrm>
          <a:custGeom>
            <a:avLst/>
            <a:gdLst>
              <a:gd name="connsiteX0" fmla="*/ 117151 w 1009650"/>
              <a:gd name="connsiteY0" fmla="*/ 24275 h 641350"/>
              <a:gd name="connsiteX1" fmla="*/ 692 w 1009650"/>
              <a:gd name="connsiteY1" fmla="*/ 235603 h 641350"/>
              <a:gd name="connsiteX2" fmla="*/ 208781 w 1009650"/>
              <a:gd name="connsiteY2" fmla="*/ 429659 h 641350"/>
              <a:gd name="connsiteX3" fmla="*/ 350450 w 1009650"/>
              <a:gd name="connsiteY3" fmla="*/ 429659 h 641350"/>
              <a:gd name="connsiteX4" fmla="*/ 350450 w 1009650"/>
              <a:gd name="connsiteY4" fmla="*/ 641432 h 641350"/>
              <a:gd name="connsiteX5" fmla="*/ 428301 w 1009650"/>
              <a:gd name="connsiteY5" fmla="*/ 641432 h 641350"/>
              <a:gd name="connsiteX6" fmla="*/ 428301 w 1009650"/>
              <a:gd name="connsiteY6" fmla="*/ 430358 h 641350"/>
              <a:gd name="connsiteX7" fmla="*/ 777551 w 1009650"/>
              <a:gd name="connsiteY7" fmla="*/ 430358 h 641350"/>
              <a:gd name="connsiteX8" fmla="*/ 652519 w 1009650"/>
              <a:gd name="connsiteY8" fmla="*/ 640352 h 641350"/>
              <a:gd name="connsiteX9" fmla="*/ 698747 w 1009650"/>
              <a:gd name="connsiteY9" fmla="*/ 640352 h 641350"/>
              <a:gd name="connsiteX10" fmla="*/ 713225 w 1009650"/>
              <a:gd name="connsiteY10" fmla="*/ 633050 h 641350"/>
              <a:gd name="connsiteX11" fmla="*/ 864800 w 1009650"/>
              <a:gd name="connsiteY11" fmla="*/ 484206 h 641350"/>
              <a:gd name="connsiteX12" fmla="*/ 1004881 w 1009650"/>
              <a:gd name="connsiteY12" fmla="*/ 412641 h 641350"/>
              <a:gd name="connsiteX13" fmla="*/ 1011231 w 1009650"/>
              <a:gd name="connsiteY13" fmla="*/ 402608 h 641350"/>
              <a:gd name="connsiteX14" fmla="*/ 1011231 w 1009650"/>
              <a:gd name="connsiteY14" fmla="*/ 379685 h 641350"/>
              <a:gd name="connsiteX15" fmla="*/ 1003547 w 1009650"/>
              <a:gd name="connsiteY15" fmla="*/ 368826 h 641350"/>
              <a:gd name="connsiteX16" fmla="*/ 710241 w 1009650"/>
              <a:gd name="connsiteY16" fmla="*/ 145624 h 641350"/>
              <a:gd name="connsiteX17" fmla="*/ 705224 w 1009650"/>
              <a:gd name="connsiteY17" fmla="*/ 141687 h 641350"/>
              <a:gd name="connsiteX18" fmla="*/ 652138 w 1009650"/>
              <a:gd name="connsiteY18" fmla="*/ 141687 h 641350"/>
              <a:gd name="connsiteX19" fmla="*/ 777487 w 1009650"/>
              <a:gd name="connsiteY19" fmla="*/ 353078 h 641350"/>
              <a:gd name="connsiteX20" fmla="*/ 428237 w 1009650"/>
              <a:gd name="connsiteY20" fmla="*/ 353078 h 641350"/>
              <a:gd name="connsiteX21" fmla="*/ 428237 w 1009650"/>
              <a:gd name="connsiteY21" fmla="*/ 344887 h 641350"/>
              <a:gd name="connsiteX22" fmla="*/ 428237 w 1009650"/>
              <a:gd name="connsiteY22" fmla="*/ 210013 h 641350"/>
              <a:gd name="connsiteX23" fmla="*/ 422776 w 1009650"/>
              <a:gd name="connsiteY23" fmla="*/ 165563 h 641350"/>
              <a:gd name="connsiteX24" fmla="*/ 278060 w 1009650"/>
              <a:gd name="connsiteY24" fmla="*/ 11385 h 641350"/>
              <a:gd name="connsiteX25" fmla="*/ 117151 w 1009650"/>
              <a:gd name="connsiteY25" fmla="*/ 24275 h 641350"/>
              <a:gd name="connsiteX26" fmla="*/ 331654 w 1009650"/>
              <a:gd name="connsiteY26" fmla="*/ 145370 h 641350"/>
              <a:gd name="connsiteX27" fmla="*/ 350704 w 1009650"/>
              <a:gd name="connsiteY27" fmla="*/ 216045 h 641350"/>
              <a:gd name="connsiteX28" fmla="*/ 350704 w 1009650"/>
              <a:gd name="connsiteY28" fmla="*/ 343045 h 641350"/>
              <a:gd name="connsiteX29" fmla="*/ 350704 w 1009650"/>
              <a:gd name="connsiteY29" fmla="*/ 352634 h 641350"/>
              <a:gd name="connsiteX30" fmla="*/ 346513 w 1009650"/>
              <a:gd name="connsiteY30" fmla="*/ 353142 h 641350"/>
              <a:gd name="connsiteX31" fmla="*/ 208591 w 1009650"/>
              <a:gd name="connsiteY31" fmla="*/ 352697 h 641350"/>
              <a:gd name="connsiteX32" fmla="*/ 104069 w 1009650"/>
              <a:gd name="connsiteY32" fmla="*/ 297579 h 641350"/>
              <a:gd name="connsiteX33" fmla="*/ 190493 w 1009650"/>
              <a:gd name="connsiteY33" fmla="*/ 79457 h 641350"/>
              <a:gd name="connsiteX34" fmla="*/ 331654 w 1009650"/>
              <a:gd name="connsiteY34" fmla="*/ 145370 h 6413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</a:cxnLst>
            <a:rect l="l" t="t" r="r" b="b"/>
            <a:pathLst>
              <a:path w="1009650" h="641350">
                <a:moveTo>
                  <a:pt x="117151" y="24275"/>
                </a:moveTo>
                <a:cubicBezTo>
                  <a:pt x="34918" y="69741"/>
                  <a:pt x="-5912" y="140163"/>
                  <a:pt x="692" y="235603"/>
                </a:cubicBezTo>
                <a:cubicBezTo>
                  <a:pt x="7994" y="341013"/>
                  <a:pt x="103117" y="429659"/>
                  <a:pt x="208781" y="429659"/>
                </a:cubicBezTo>
                <a:lnTo>
                  <a:pt x="350450" y="429659"/>
                </a:lnTo>
                <a:lnTo>
                  <a:pt x="350450" y="641432"/>
                </a:lnTo>
                <a:lnTo>
                  <a:pt x="428301" y="641432"/>
                </a:lnTo>
                <a:lnTo>
                  <a:pt x="428301" y="430358"/>
                </a:lnTo>
                <a:lnTo>
                  <a:pt x="777551" y="430358"/>
                </a:lnTo>
                <a:cubicBezTo>
                  <a:pt x="722305" y="492842"/>
                  <a:pt x="679379" y="561231"/>
                  <a:pt x="652519" y="640352"/>
                </a:cubicBezTo>
                <a:cubicBezTo>
                  <a:pt x="668712" y="640352"/>
                  <a:pt x="683761" y="640352"/>
                  <a:pt x="698747" y="640352"/>
                </a:cubicBezTo>
                <a:cubicBezTo>
                  <a:pt x="704581" y="640933"/>
                  <a:pt x="710224" y="638086"/>
                  <a:pt x="713225" y="633050"/>
                </a:cubicBezTo>
                <a:cubicBezTo>
                  <a:pt x="754165" y="574534"/>
                  <a:pt x="805550" y="524075"/>
                  <a:pt x="864800" y="484206"/>
                </a:cubicBezTo>
                <a:cubicBezTo>
                  <a:pt x="908435" y="454786"/>
                  <a:pt x="955471" y="430757"/>
                  <a:pt x="1004881" y="412641"/>
                </a:cubicBezTo>
                <a:cubicBezTo>
                  <a:pt x="1009346" y="411541"/>
                  <a:pt x="1012148" y="407114"/>
                  <a:pt x="1011231" y="402608"/>
                </a:cubicBezTo>
                <a:cubicBezTo>
                  <a:pt x="1010723" y="394975"/>
                  <a:pt x="1010723" y="387317"/>
                  <a:pt x="1011231" y="379685"/>
                </a:cubicBezTo>
                <a:cubicBezTo>
                  <a:pt x="1011802" y="373335"/>
                  <a:pt x="1009135" y="370922"/>
                  <a:pt x="1003547" y="368826"/>
                </a:cubicBezTo>
                <a:cubicBezTo>
                  <a:pt x="883532" y="323741"/>
                  <a:pt x="784154" y="251351"/>
                  <a:pt x="710241" y="145624"/>
                </a:cubicBezTo>
                <a:cubicBezTo>
                  <a:pt x="709034" y="143909"/>
                  <a:pt x="706939" y="141750"/>
                  <a:pt x="705224" y="141687"/>
                </a:cubicBezTo>
                <a:cubicBezTo>
                  <a:pt x="687889" y="141687"/>
                  <a:pt x="670616" y="141687"/>
                  <a:pt x="652138" y="141687"/>
                </a:cubicBezTo>
                <a:cubicBezTo>
                  <a:pt x="678808" y="221506"/>
                  <a:pt x="721988" y="290213"/>
                  <a:pt x="777487" y="353078"/>
                </a:cubicBezTo>
                <a:lnTo>
                  <a:pt x="428237" y="353078"/>
                </a:lnTo>
                <a:lnTo>
                  <a:pt x="428237" y="344887"/>
                </a:lnTo>
                <a:cubicBezTo>
                  <a:pt x="428237" y="299929"/>
                  <a:pt x="428681" y="254971"/>
                  <a:pt x="428237" y="210013"/>
                </a:cubicBezTo>
                <a:cubicBezTo>
                  <a:pt x="428159" y="195034"/>
                  <a:pt x="426326" y="180115"/>
                  <a:pt x="422776" y="165563"/>
                </a:cubicBezTo>
                <a:cubicBezTo>
                  <a:pt x="402392" y="88283"/>
                  <a:pt x="353498" y="36150"/>
                  <a:pt x="278060" y="11385"/>
                </a:cubicBezTo>
                <a:cubicBezTo>
                  <a:pt x="223323" y="-6776"/>
                  <a:pt x="167760" y="-3728"/>
                  <a:pt x="117151" y="24275"/>
                </a:cubicBezTo>
                <a:close/>
                <a:moveTo>
                  <a:pt x="331654" y="145370"/>
                </a:moveTo>
                <a:cubicBezTo>
                  <a:pt x="344472" y="166690"/>
                  <a:pt x="351071" y="191171"/>
                  <a:pt x="350704" y="216045"/>
                </a:cubicBezTo>
                <a:cubicBezTo>
                  <a:pt x="350704" y="258463"/>
                  <a:pt x="350704" y="300818"/>
                  <a:pt x="350704" y="343045"/>
                </a:cubicBezTo>
                <a:lnTo>
                  <a:pt x="350704" y="352634"/>
                </a:lnTo>
                <a:cubicBezTo>
                  <a:pt x="349319" y="352892"/>
                  <a:pt x="347920" y="353061"/>
                  <a:pt x="346513" y="353142"/>
                </a:cubicBezTo>
                <a:cubicBezTo>
                  <a:pt x="300539" y="353142"/>
                  <a:pt x="254564" y="353142"/>
                  <a:pt x="208591" y="352697"/>
                </a:cubicBezTo>
                <a:cubicBezTo>
                  <a:pt x="164649" y="352062"/>
                  <a:pt x="129724" y="332123"/>
                  <a:pt x="104069" y="297579"/>
                </a:cubicBezTo>
                <a:cubicBezTo>
                  <a:pt x="38347" y="209187"/>
                  <a:pt x="96132" y="97173"/>
                  <a:pt x="190493" y="79457"/>
                </a:cubicBezTo>
                <a:cubicBezTo>
                  <a:pt x="246651" y="70112"/>
                  <a:pt x="302766" y="96313"/>
                  <a:pt x="331654" y="145370"/>
                </a:cubicBezTo>
                <a:close/>
              </a:path>
            </a:pathLst>
          </a:custGeom>
          <a:solidFill>
            <a:srgbClr val="00EDB3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8" name="Rectangle 7"/>
          <p:cNvSpPr/>
          <p:nvPr userDrawn="1"/>
        </p:nvSpPr>
        <p:spPr>
          <a:xfrm>
            <a:off x="0" y="75715"/>
            <a:ext cx="1089126" cy="80956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1211489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77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ctivity 1">
    <p:bg>
      <p:bgPr>
        <a:solidFill>
          <a:srgbClr val="0EEEB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BB6D40-B4C9-8B4A-B2A6-126F6490637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327302" y="344971"/>
            <a:ext cx="7475232" cy="2858874"/>
          </a:xfrm>
        </p:spPr>
        <p:txBody>
          <a:bodyPr anchor="b" anchorCtr="0">
            <a:noAutofit/>
          </a:bodyPr>
          <a:lstStyle>
            <a:lvl1pPr algn="l">
              <a:lnSpc>
                <a:spcPct val="100000"/>
              </a:lnSpc>
              <a:defRPr sz="3600" baseline="0">
                <a:solidFill>
                  <a:srgbClr val="004050"/>
                </a:solidFill>
              </a:defRPr>
            </a:lvl1pPr>
          </a:lstStyle>
          <a:p>
            <a:br>
              <a:rPr lang="en-US" noProof="0" dirty="0"/>
            </a:br>
            <a:br>
              <a:rPr lang="en-US" noProof="0" dirty="0"/>
            </a:br>
            <a:r>
              <a:rPr lang="en-US" noProof="0" dirty="0"/>
              <a:t>ACTIVITY: </a:t>
            </a:r>
            <a:br>
              <a:rPr lang="en-US" noProof="0" dirty="0"/>
            </a:br>
            <a:r>
              <a:rPr lang="en-US" noProof="0" dirty="0"/>
              <a:t>CLICK TO EDIT TITLE</a:t>
            </a:r>
            <a:endParaRPr lang="en-GB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 hasCustomPrompt="1"/>
          </p:nvPr>
        </p:nvSpPr>
        <p:spPr>
          <a:xfrm>
            <a:off x="4327303" y="3525004"/>
            <a:ext cx="7475230" cy="2791976"/>
          </a:xfrm>
        </p:spPr>
        <p:txBody>
          <a:bodyPr/>
          <a:lstStyle>
            <a:lvl1pPr>
              <a:lnSpc>
                <a:spcPct val="100000"/>
              </a:lnSpc>
              <a:defRPr b="0" baseline="0"/>
            </a:lvl1pPr>
          </a:lstStyle>
          <a:p>
            <a:pPr lvl="0"/>
            <a:r>
              <a:rPr lang="en-US" dirty="0"/>
              <a:t>Click to edit instructions</a:t>
            </a:r>
          </a:p>
        </p:txBody>
      </p:sp>
      <p:sp>
        <p:nvSpPr>
          <p:cNvPr id="10" name="Freeform 9">
            <a:extLst>
              <a:ext uri="{FF2B5EF4-FFF2-40B4-BE49-F238E27FC236}">
                <a16:creationId xmlns:a16="http://schemas.microsoft.com/office/drawing/2014/main" id="{56887D20-DCD6-8E49-BF31-8F4C2FCCD421}"/>
              </a:ext>
            </a:extLst>
          </p:cNvPr>
          <p:cNvSpPr/>
          <p:nvPr userDrawn="1"/>
        </p:nvSpPr>
        <p:spPr>
          <a:xfrm>
            <a:off x="487005" y="518307"/>
            <a:ext cx="3525956" cy="4061544"/>
          </a:xfrm>
          <a:custGeom>
            <a:avLst/>
            <a:gdLst>
              <a:gd name="connsiteX0" fmla="*/ 1008895 w 1003300"/>
              <a:gd name="connsiteY0" fmla="*/ 731076 h 1155700"/>
              <a:gd name="connsiteX1" fmla="*/ 581921 w 1003300"/>
              <a:gd name="connsiteY1" fmla="*/ 1157986 h 1155700"/>
              <a:gd name="connsiteX2" fmla="*/ 581921 w 1003300"/>
              <a:gd name="connsiteY2" fmla="*/ 932371 h 1155700"/>
              <a:gd name="connsiteX3" fmla="*/ 565728 w 1003300"/>
              <a:gd name="connsiteY3" fmla="*/ 932371 h 1155700"/>
              <a:gd name="connsiteX4" fmla="*/ 485337 w 1003300"/>
              <a:gd name="connsiteY4" fmla="*/ 923163 h 1155700"/>
              <a:gd name="connsiteX5" fmla="*/ 405454 w 1003300"/>
              <a:gd name="connsiteY5" fmla="*/ 877824 h 1155700"/>
              <a:gd name="connsiteX6" fmla="*/ 306585 w 1003300"/>
              <a:gd name="connsiteY6" fmla="*/ 784035 h 1155700"/>
              <a:gd name="connsiteX7" fmla="*/ 114497 w 1003300"/>
              <a:gd name="connsiteY7" fmla="*/ 591312 h 1155700"/>
              <a:gd name="connsiteX8" fmla="*/ 29534 w 1003300"/>
              <a:gd name="connsiteY8" fmla="*/ 484251 h 1155700"/>
              <a:gd name="connsiteX9" fmla="*/ 7500 w 1003300"/>
              <a:gd name="connsiteY9" fmla="*/ 408051 h 1155700"/>
              <a:gd name="connsiteX10" fmla="*/ 452 w 1003300"/>
              <a:gd name="connsiteY10" fmla="*/ 282766 h 1155700"/>
              <a:gd name="connsiteX11" fmla="*/ 452 w 1003300"/>
              <a:gd name="connsiteY11" fmla="*/ 10668 h 1155700"/>
              <a:gd name="connsiteX12" fmla="*/ 452 w 1003300"/>
              <a:gd name="connsiteY12" fmla="*/ 1333 h 1155700"/>
              <a:gd name="connsiteX13" fmla="*/ 201937 w 1003300"/>
              <a:gd name="connsiteY13" fmla="*/ 203200 h 1155700"/>
              <a:gd name="connsiteX14" fmla="*/ 405137 w 1003300"/>
              <a:gd name="connsiteY14" fmla="*/ 0 h 1155700"/>
              <a:gd name="connsiteX15" fmla="*/ 405137 w 1003300"/>
              <a:gd name="connsiteY15" fmla="*/ 527876 h 1155700"/>
              <a:gd name="connsiteX16" fmla="*/ 573221 w 1003300"/>
              <a:gd name="connsiteY16" fmla="*/ 527876 h 1155700"/>
              <a:gd name="connsiteX17" fmla="*/ 581984 w 1003300"/>
              <a:gd name="connsiteY17" fmla="*/ 518732 h 1155700"/>
              <a:gd name="connsiteX18" fmla="*/ 581984 w 1003300"/>
              <a:gd name="connsiteY18" fmla="*/ 303975 h 1155700"/>
              <a:gd name="connsiteX19" fmla="*/ 1008895 w 1003300"/>
              <a:gd name="connsiteY19" fmla="*/ 731076 h 1155700"/>
              <a:gd name="connsiteX20" fmla="*/ 649929 w 1003300"/>
              <a:gd name="connsiteY20" fmla="*/ 864426 h 1155700"/>
              <a:gd name="connsiteX21" fmla="*/ 649929 w 1003300"/>
              <a:gd name="connsiteY21" fmla="*/ 991807 h 1155700"/>
              <a:gd name="connsiteX22" fmla="*/ 911359 w 1003300"/>
              <a:gd name="connsiteY22" fmla="*/ 730568 h 1155700"/>
              <a:gd name="connsiteX23" fmla="*/ 649231 w 1003300"/>
              <a:gd name="connsiteY23" fmla="*/ 468376 h 1155700"/>
              <a:gd name="connsiteX24" fmla="*/ 649231 w 1003300"/>
              <a:gd name="connsiteY24" fmla="*/ 595693 h 1155700"/>
              <a:gd name="connsiteX25" fmla="*/ 216732 w 1003300"/>
              <a:gd name="connsiteY25" fmla="*/ 595693 h 1155700"/>
              <a:gd name="connsiteX26" fmla="*/ 221558 w 1003300"/>
              <a:gd name="connsiteY26" fmla="*/ 601091 h 1155700"/>
              <a:gd name="connsiteX27" fmla="*/ 427870 w 1003300"/>
              <a:gd name="connsiteY27" fmla="*/ 807720 h 1155700"/>
              <a:gd name="connsiteX28" fmla="*/ 542170 w 1003300"/>
              <a:gd name="connsiteY28" fmla="*/ 862457 h 1155700"/>
              <a:gd name="connsiteX29" fmla="*/ 624720 w 1003300"/>
              <a:gd name="connsiteY29" fmla="*/ 864426 h 1155700"/>
              <a:gd name="connsiteX30" fmla="*/ 649929 w 1003300"/>
              <a:gd name="connsiteY30" fmla="*/ 864426 h 1155700"/>
              <a:gd name="connsiteX31" fmla="*/ 68523 w 1003300"/>
              <a:gd name="connsiteY31" fmla="*/ 162941 h 1155700"/>
              <a:gd name="connsiteX32" fmla="*/ 68142 w 1003300"/>
              <a:gd name="connsiteY32" fmla="*/ 168275 h 1155700"/>
              <a:gd name="connsiteX33" fmla="*/ 68460 w 1003300"/>
              <a:gd name="connsiteY33" fmla="*/ 339725 h 1155700"/>
              <a:gd name="connsiteX34" fmla="*/ 75318 w 1003300"/>
              <a:gd name="connsiteY34" fmla="*/ 411162 h 1155700"/>
              <a:gd name="connsiteX35" fmla="*/ 127325 w 1003300"/>
              <a:gd name="connsiteY35" fmla="*/ 494665 h 1155700"/>
              <a:gd name="connsiteX36" fmla="*/ 203207 w 1003300"/>
              <a:gd name="connsiteY36" fmla="*/ 521780 h 1155700"/>
              <a:gd name="connsiteX37" fmla="*/ 333889 w 1003300"/>
              <a:gd name="connsiteY37" fmla="*/ 527558 h 1155700"/>
              <a:gd name="connsiteX38" fmla="*/ 336937 w 1003300"/>
              <a:gd name="connsiteY38" fmla="*/ 526732 h 1155700"/>
              <a:gd name="connsiteX39" fmla="*/ 336938 w 1003300"/>
              <a:gd name="connsiteY39" fmla="*/ 162243 h 1155700"/>
              <a:gd name="connsiteX40" fmla="*/ 202508 w 1003300"/>
              <a:gd name="connsiteY40" fmla="*/ 295021 h 1155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</a:cxnLst>
            <a:rect l="l" t="t" r="r" b="b"/>
            <a:pathLst>
              <a:path w="1003300" h="1155700">
                <a:moveTo>
                  <a:pt x="1008895" y="731076"/>
                </a:moveTo>
                <a:lnTo>
                  <a:pt x="581921" y="1157986"/>
                </a:lnTo>
                <a:lnTo>
                  <a:pt x="581921" y="932371"/>
                </a:lnTo>
                <a:lnTo>
                  <a:pt x="565728" y="932371"/>
                </a:lnTo>
                <a:cubicBezTo>
                  <a:pt x="538636" y="932998"/>
                  <a:pt x="511586" y="929900"/>
                  <a:pt x="485337" y="923163"/>
                </a:cubicBezTo>
                <a:cubicBezTo>
                  <a:pt x="455495" y="914588"/>
                  <a:pt x="428116" y="899048"/>
                  <a:pt x="405454" y="877824"/>
                </a:cubicBezTo>
                <a:cubicBezTo>
                  <a:pt x="371736" y="847407"/>
                  <a:pt x="338843" y="815975"/>
                  <a:pt x="306585" y="784035"/>
                </a:cubicBezTo>
                <a:cubicBezTo>
                  <a:pt x="242111" y="720238"/>
                  <a:pt x="178082" y="655997"/>
                  <a:pt x="114497" y="591312"/>
                </a:cubicBezTo>
                <a:cubicBezTo>
                  <a:pt x="82430" y="558737"/>
                  <a:pt x="52140" y="524510"/>
                  <a:pt x="29534" y="484251"/>
                </a:cubicBezTo>
                <a:cubicBezTo>
                  <a:pt x="16810" y="460725"/>
                  <a:pt x="9295" y="434737"/>
                  <a:pt x="7500" y="408051"/>
                </a:cubicBezTo>
                <a:cubicBezTo>
                  <a:pt x="3944" y="366395"/>
                  <a:pt x="1150" y="324548"/>
                  <a:pt x="452" y="282766"/>
                </a:cubicBezTo>
                <a:cubicBezTo>
                  <a:pt x="-565" y="192087"/>
                  <a:pt x="452" y="101346"/>
                  <a:pt x="452" y="10668"/>
                </a:cubicBezTo>
                <a:lnTo>
                  <a:pt x="452" y="1333"/>
                </a:lnTo>
                <a:cubicBezTo>
                  <a:pt x="67952" y="68961"/>
                  <a:pt x="134817" y="135890"/>
                  <a:pt x="201937" y="203200"/>
                </a:cubicBezTo>
                <a:lnTo>
                  <a:pt x="405137" y="0"/>
                </a:lnTo>
                <a:lnTo>
                  <a:pt x="405137" y="527876"/>
                </a:lnTo>
                <a:cubicBezTo>
                  <a:pt x="408185" y="527876"/>
                  <a:pt x="519818" y="527876"/>
                  <a:pt x="573221" y="527876"/>
                </a:cubicBezTo>
                <a:cubicBezTo>
                  <a:pt x="580524" y="527876"/>
                  <a:pt x="581984" y="525463"/>
                  <a:pt x="581984" y="518732"/>
                </a:cubicBezTo>
                <a:cubicBezTo>
                  <a:pt x="581984" y="449516"/>
                  <a:pt x="581984" y="305435"/>
                  <a:pt x="581984" y="303975"/>
                </a:cubicBezTo>
                <a:cubicBezTo>
                  <a:pt x="580778" y="304292"/>
                  <a:pt x="1010038" y="732028"/>
                  <a:pt x="1008895" y="731076"/>
                </a:cubicBezTo>
                <a:close/>
                <a:moveTo>
                  <a:pt x="649929" y="864426"/>
                </a:moveTo>
                <a:lnTo>
                  <a:pt x="649929" y="991807"/>
                </a:lnTo>
                <a:cubicBezTo>
                  <a:pt x="737601" y="904092"/>
                  <a:pt x="824745" y="817012"/>
                  <a:pt x="911359" y="730568"/>
                </a:cubicBezTo>
                <a:lnTo>
                  <a:pt x="649231" y="468376"/>
                </a:lnTo>
                <a:lnTo>
                  <a:pt x="649231" y="595693"/>
                </a:lnTo>
                <a:lnTo>
                  <a:pt x="216732" y="595693"/>
                </a:lnTo>
                <a:cubicBezTo>
                  <a:pt x="218955" y="598170"/>
                  <a:pt x="220162" y="599757"/>
                  <a:pt x="221558" y="601091"/>
                </a:cubicBezTo>
                <a:cubicBezTo>
                  <a:pt x="290265" y="669967"/>
                  <a:pt x="359036" y="738844"/>
                  <a:pt x="427870" y="807720"/>
                </a:cubicBezTo>
                <a:cubicBezTo>
                  <a:pt x="459620" y="839470"/>
                  <a:pt x="496894" y="859473"/>
                  <a:pt x="542170" y="862457"/>
                </a:cubicBezTo>
                <a:cubicBezTo>
                  <a:pt x="569665" y="864235"/>
                  <a:pt x="597288" y="863854"/>
                  <a:pt x="624720" y="864426"/>
                </a:cubicBezTo>
                <a:cubicBezTo>
                  <a:pt x="632721" y="864553"/>
                  <a:pt x="640404" y="864426"/>
                  <a:pt x="649929" y="864426"/>
                </a:cubicBezTo>
                <a:close/>
                <a:moveTo>
                  <a:pt x="68523" y="162941"/>
                </a:moveTo>
                <a:cubicBezTo>
                  <a:pt x="68523" y="164402"/>
                  <a:pt x="68142" y="166370"/>
                  <a:pt x="68142" y="168275"/>
                </a:cubicBezTo>
                <a:cubicBezTo>
                  <a:pt x="68142" y="225425"/>
                  <a:pt x="67507" y="282575"/>
                  <a:pt x="68460" y="339725"/>
                </a:cubicBezTo>
                <a:cubicBezTo>
                  <a:pt x="68770" y="363686"/>
                  <a:pt x="71064" y="387580"/>
                  <a:pt x="75318" y="411162"/>
                </a:cubicBezTo>
                <a:cubicBezTo>
                  <a:pt x="81668" y="445326"/>
                  <a:pt x="97289" y="474662"/>
                  <a:pt x="127325" y="494665"/>
                </a:cubicBezTo>
                <a:cubicBezTo>
                  <a:pt x="150463" y="508873"/>
                  <a:pt x="176305" y="518107"/>
                  <a:pt x="203207" y="521780"/>
                </a:cubicBezTo>
                <a:cubicBezTo>
                  <a:pt x="246514" y="529273"/>
                  <a:pt x="290265" y="527621"/>
                  <a:pt x="333889" y="527558"/>
                </a:cubicBezTo>
                <a:cubicBezTo>
                  <a:pt x="334936" y="527411"/>
                  <a:pt x="335960" y="527133"/>
                  <a:pt x="336937" y="526732"/>
                </a:cubicBezTo>
                <a:lnTo>
                  <a:pt x="336938" y="162243"/>
                </a:lnTo>
                <a:lnTo>
                  <a:pt x="202508" y="295021"/>
                </a:lnTo>
                <a:close/>
              </a:path>
            </a:pathLst>
          </a:custGeom>
          <a:solidFill>
            <a:schemeClr val="accent1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8688700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orient="horz" pos="1457">
          <p15:clr>
            <a:srgbClr val="FBAE40"/>
          </p15:clr>
        </p15:guide>
        <p15:guide id="3" orient="horz" pos="3634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_01 Section Divider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 userDrawn="1"/>
        </p:nvSpPr>
        <p:spPr>
          <a:xfrm>
            <a:off x="-609" y="0"/>
            <a:ext cx="12192609" cy="6858000"/>
          </a:xfrm>
          <a:prstGeom prst="rect">
            <a:avLst/>
          </a:prstGeom>
          <a:solidFill>
            <a:srgbClr val="28CFF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object 3">
            <a:extLst>
              <a:ext uri="{FF2B5EF4-FFF2-40B4-BE49-F238E27FC236}">
                <a16:creationId xmlns:a16="http://schemas.microsoft.com/office/drawing/2014/main" id="{3344A4B7-0EC8-AD4A-8611-5B12AB419DC2}"/>
              </a:ext>
            </a:extLst>
          </p:cNvPr>
          <p:cNvSpPr/>
          <p:nvPr userDrawn="1"/>
        </p:nvSpPr>
        <p:spPr>
          <a:xfrm>
            <a:off x="0" y="0"/>
            <a:ext cx="11808125" cy="4657785"/>
          </a:xfrm>
          <a:custGeom>
            <a:avLst/>
            <a:gdLst/>
            <a:ahLst/>
            <a:cxnLst/>
            <a:rect l="l" t="t" r="r" b="b"/>
            <a:pathLst>
              <a:path w="15645765" h="6171565">
                <a:moveTo>
                  <a:pt x="12954792" y="0"/>
                </a:moveTo>
                <a:lnTo>
                  <a:pt x="9989330" y="0"/>
                </a:lnTo>
                <a:lnTo>
                  <a:pt x="11612737" y="1621505"/>
                </a:lnTo>
                <a:lnTo>
                  <a:pt x="11603898" y="1638231"/>
                </a:lnTo>
                <a:lnTo>
                  <a:pt x="0" y="1638231"/>
                </a:lnTo>
                <a:lnTo>
                  <a:pt x="0" y="3701600"/>
                </a:lnTo>
                <a:lnTo>
                  <a:pt x="11623393" y="3701600"/>
                </a:lnTo>
                <a:lnTo>
                  <a:pt x="9157358" y="6164994"/>
                </a:lnTo>
                <a:lnTo>
                  <a:pt x="9229199" y="6169201"/>
                </a:lnTo>
                <a:lnTo>
                  <a:pt x="9246778" y="6169604"/>
                </a:lnTo>
                <a:lnTo>
                  <a:pt x="12044487" y="6171255"/>
                </a:lnTo>
                <a:lnTo>
                  <a:pt x="12085365" y="6167625"/>
                </a:lnTo>
                <a:lnTo>
                  <a:pt x="12120998" y="6156469"/>
                </a:lnTo>
                <a:lnTo>
                  <a:pt x="12153240" y="6137640"/>
                </a:lnTo>
                <a:lnTo>
                  <a:pt x="12183945" y="6110993"/>
                </a:lnTo>
                <a:lnTo>
                  <a:pt x="15546143" y="2748262"/>
                </a:lnTo>
                <a:lnTo>
                  <a:pt x="15566761" y="2730440"/>
                </a:lnTo>
                <a:lnTo>
                  <a:pt x="15590311" y="2713899"/>
                </a:lnTo>
                <a:lnTo>
                  <a:pt x="15616627" y="2696820"/>
                </a:lnTo>
                <a:lnTo>
                  <a:pt x="15645546" y="2677383"/>
                </a:lnTo>
                <a:lnTo>
                  <a:pt x="15617183" y="2654144"/>
                </a:lnTo>
                <a:lnTo>
                  <a:pt x="15594873" y="2636172"/>
                </a:lnTo>
                <a:lnTo>
                  <a:pt x="15577002" y="2621305"/>
                </a:lnTo>
                <a:lnTo>
                  <a:pt x="15561955" y="2607381"/>
                </a:lnTo>
                <a:lnTo>
                  <a:pt x="12954792" y="0"/>
                </a:lnTo>
                <a:close/>
              </a:path>
            </a:pathLst>
          </a:custGeom>
          <a:solidFill>
            <a:srgbClr val="004050"/>
          </a:solidFill>
        </p:spPr>
        <p:txBody>
          <a:bodyPr wrap="square" lIns="0" tIns="0" rIns="0" bIns="0" rtlCol="0"/>
          <a:lstStyle/>
          <a:p>
            <a:endParaRPr sz="1029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EBBB6D40-B4C9-8B4A-B2A6-126F6490637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76238" y="2779800"/>
            <a:ext cx="5627171" cy="1682133"/>
          </a:xfrm>
        </p:spPr>
        <p:txBody>
          <a:bodyPr anchor="b" anchorCtr="0">
            <a:noAutofit/>
          </a:bodyPr>
          <a:lstStyle>
            <a:lvl1pPr algn="l">
              <a:lnSpc>
                <a:spcPts val="6000"/>
              </a:lnSpc>
              <a:defRPr sz="3600" spc="60" baseline="0">
                <a:solidFill>
                  <a:srgbClr val="004050"/>
                </a:solidFill>
              </a:defRPr>
            </a:lvl1pPr>
          </a:lstStyle>
          <a:p>
            <a:r>
              <a:rPr lang="en-US" noProof="0" dirty="0"/>
              <a:t>CLICK TO EDIT MASTER TITLE STYLE</a:t>
            </a:r>
            <a:endParaRPr lang="en-GB" noProof="0" dirty="0"/>
          </a:p>
        </p:txBody>
      </p:sp>
      <p:pic>
        <p:nvPicPr>
          <p:cNvPr id="6" name="Graphic 29">
            <a:extLst>
              <a:ext uri="{FF2B5EF4-FFF2-40B4-BE49-F238E27FC236}">
                <a16:creationId xmlns:a16="http://schemas.microsoft.com/office/drawing/2014/main" id="{572E6A4A-143B-E94B-A1BF-29C50E635AE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0405" y="399619"/>
            <a:ext cx="857393" cy="522401"/>
          </a:xfrm>
          <a:prstGeom prst="rect">
            <a:avLst/>
          </a:prstGeom>
        </p:spPr>
      </p:pic>
      <p:sp>
        <p:nvSpPr>
          <p:cNvPr id="7" name="Rectangle 6"/>
          <p:cNvSpPr/>
          <p:nvPr userDrawn="1"/>
        </p:nvSpPr>
        <p:spPr>
          <a:xfrm>
            <a:off x="758190" y="769620"/>
            <a:ext cx="379608" cy="110490"/>
          </a:xfrm>
          <a:prstGeom prst="rect">
            <a:avLst/>
          </a:prstGeom>
          <a:solidFill>
            <a:srgbClr val="28CFF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1614484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7_Text Slide - With side bar C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 userDrawn="1"/>
        </p:nvSpPr>
        <p:spPr>
          <a:xfrm>
            <a:off x="-1" y="0"/>
            <a:ext cx="4070352" cy="6858000"/>
          </a:xfrm>
          <a:prstGeom prst="rect">
            <a:avLst/>
          </a:prstGeom>
          <a:solidFill>
            <a:srgbClr val="28CFF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Text Placeholder 2"/>
          <p:cNvSpPr>
            <a:spLocks noGrp="1"/>
          </p:cNvSpPr>
          <p:nvPr>
            <p:ph type="body" sz="quarter" idx="10" hasCustomPrompt="1"/>
          </p:nvPr>
        </p:nvSpPr>
        <p:spPr>
          <a:xfrm>
            <a:off x="384784" y="1349984"/>
            <a:ext cx="3443732" cy="2751998"/>
          </a:xfrm>
        </p:spPr>
        <p:txBody>
          <a:bodyPr/>
          <a:lstStyle>
            <a:lvl1pPr marL="0" indent="0">
              <a:lnSpc>
                <a:spcPct val="90000"/>
              </a:lnSpc>
              <a:spcAft>
                <a:spcPts val="0"/>
              </a:spcAft>
              <a:buFont typeface="Arial" panose="020B0604020202020204" pitchFamily="34" charset="0"/>
              <a:buNone/>
              <a:defRPr sz="3600" cap="all" spc="60" baseline="0">
                <a:solidFill>
                  <a:srgbClr val="004050"/>
                </a:solidFill>
                <a:latin typeface="Krana Fat B" panose="00000B00000000000000" pitchFamily="50" charset="0"/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slide title to sit here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15" hasCustomPrompt="1"/>
          </p:nvPr>
        </p:nvSpPr>
        <p:spPr>
          <a:xfrm>
            <a:off x="5037138" y="1349984"/>
            <a:ext cx="5803900" cy="4094163"/>
          </a:xfrm>
        </p:spPr>
        <p:txBody>
          <a:bodyPr/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2000" b="0"/>
            </a:lvl1pPr>
            <a:lvl2pPr marL="180000" indent="-180000">
              <a:buFont typeface="Arial" panose="020B0604020202020204" pitchFamily="34" charset="0"/>
              <a:buChar char="•"/>
              <a:defRPr sz="2000"/>
            </a:lvl2pPr>
            <a:lvl3pPr marL="180000" indent="-180000">
              <a:buFont typeface="Arial" panose="020B0604020202020204" pitchFamily="34" charset="0"/>
              <a:buChar char="•"/>
              <a:defRPr/>
            </a:lvl3pPr>
            <a:lvl4pPr marL="180000" indent="-180000">
              <a:buFont typeface="Arial" panose="020B0604020202020204" pitchFamily="34" charset="0"/>
              <a:buChar char="•"/>
              <a:defRPr/>
            </a:lvl4pPr>
            <a:lvl5pPr marL="180000" indent="-180000"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consectetuer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</a:t>
            </a:r>
            <a:r>
              <a:rPr lang="en-US" dirty="0" err="1"/>
              <a:t>sed</a:t>
            </a:r>
            <a:r>
              <a:rPr lang="en-US" dirty="0"/>
              <a:t> </a:t>
            </a:r>
            <a:r>
              <a:rPr lang="en-US" dirty="0" err="1"/>
              <a:t>diam</a:t>
            </a:r>
            <a:r>
              <a:rPr lang="en-US" dirty="0"/>
              <a:t> </a:t>
            </a:r>
            <a:r>
              <a:rPr lang="en-US" dirty="0" err="1"/>
              <a:t>nonummy</a:t>
            </a:r>
            <a:r>
              <a:rPr lang="en-US" dirty="0"/>
              <a:t> </a:t>
            </a:r>
            <a:r>
              <a:rPr lang="en-US" dirty="0" err="1"/>
              <a:t>nibh</a:t>
            </a:r>
            <a:r>
              <a:rPr lang="en-US" dirty="0"/>
              <a:t> </a:t>
            </a:r>
            <a:r>
              <a:rPr lang="en-US" dirty="0" err="1"/>
              <a:t>laoreet</a:t>
            </a:r>
            <a:r>
              <a:rPr lang="en-US" dirty="0"/>
              <a:t> </a:t>
            </a:r>
            <a:r>
              <a:rPr lang="en-US" dirty="0" err="1"/>
              <a:t>dolore</a:t>
            </a:r>
            <a:r>
              <a:rPr lang="en-US" dirty="0"/>
              <a:t> magna.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11" name="Freeform 10">
            <a:extLst>
              <a:ext uri="{FF2B5EF4-FFF2-40B4-BE49-F238E27FC236}">
                <a16:creationId xmlns:a16="http://schemas.microsoft.com/office/drawing/2014/main" id="{35B5D0DF-4895-DB4F-85D9-C3FFDE55B8C8}"/>
              </a:ext>
            </a:extLst>
          </p:cNvPr>
          <p:cNvSpPr/>
          <p:nvPr userDrawn="1"/>
        </p:nvSpPr>
        <p:spPr>
          <a:xfrm>
            <a:off x="384784" y="4708688"/>
            <a:ext cx="4136901" cy="1728688"/>
          </a:xfrm>
          <a:custGeom>
            <a:avLst/>
            <a:gdLst>
              <a:gd name="connsiteX0" fmla="*/ 1041083 w 1035050"/>
              <a:gd name="connsiteY0" fmla="*/ 232283 h 527050"/>
              <a:gd name="connsiteX1" fmla="*/ 1041083 w 1035050"/>
              <a:gd name="connsiteY1" fmla="*/ 300545 h 527050"/>
              <a:gd name="connsiteX2" fmla="*/ 807403 w 1035050"/>
              <a:gd name="connsiteY2" fmla="*/ 532448 h 527050"/>
              <a:gd name="connsiteX3" fmla="*/ 738569 w 1035050"/>
              <a:gd name="connsiteY3" fmla="*/ 532448 h 527050"/>
              <a:gd name="connsiteX4" fmla="*/ 849249 w 1035050"/>
              <a:gd name="connsiteY4" fmla="*/ 300545 h 527050"/>
              <a:gd name="connsiteX5" fmla="*/ 564071 w 1035050"/>
              <a:gd name="connsiteY5" fmla="*/ 300545 h 527050"/>
              <a:gd name="connsiteX6" fmla="*/ 330454 w 1035050"/>
              <a:gd name="connsiteY6" fmla="*/ 532448 h 527050"/>
              <a:gd name="connsiteX7" fmla="*/ 261430 w 1035050"/>
              <a:gd name="connsiteY7" fmla="*/ 532448 h 527050"/>
              <a:gd name="connsiteX8" fmla="*/ 355854 w 1035050"/>
              <a:gd name="connsiteY8" fmla="*/ 314769 h 527050"/>
              <a:gd name="connsiteX9" fmla="*/ 202819 w 1035050"/>
              <a:gd name="connsiteY9" fmla="*/ 532448 h 527050"/>
              <a:gd name="connsiteX10" fmla="*/ 134049 w 1035050"/>
              <a:gd name="connsiteY10" fmla="*/ 532448 h 527050"/>
              <a:gd name="connsiteX11" fmla="*/ 232220 w 1035050"/>
              <a:gd name="connsiteY11" fmla="*/ 311277 h 527050"/>
              <a:gd name="connsiteX12" fmla="*/ 68771 w 1035050"/>
              <a:gd name="connsiteY12" fmla="*/ 532448 h 527050"/>
              <a:gd name="connsiteX13" fmla="*/ 0 w 1035050"/>
              <a:gd name="connsiteY13" fmla="*/ 532448 h 527050"/>
              <a:gd name="connsiteX14" fmla="*/ 162751 w 1035050"/>
              <a:gd name="connsiteY14" fmla="*/ 266192 h 527050"/>
              <a:gd name="connsiteX15" fmla="*/ 0 w 1035050"/>
              <a:gd name="connsiteY15" fmla="*/ 0 h 527050"/>
              <a:gd name="connsiteX16" fmla="*/ 68771 w 1035050"/>
              <a:gd name="connsiteY16" fmla="*/ 0 h 527050"/>
              <a:gd name="connsiteX17" fmla="*/ 231712 w 1035050"/>
              <a:gd name="connsiteY17" fmla="*/ 221107 h 527050"/>
              <a:gd name="connsiteX18" fmla="*/ 134049 w 1035050"/>
              <a:gd name="connsiteY18" fmla="*/ 381 h 527050"/>
              <a:gd name="connsiteX19" fmla="*/ 202819 w 1035050"/>
              <a:gd name="connsiteY19" fmla="*/ 381 h 527050"/>
              <a:gd name="connsiteX20" fmla="*/ 355918 w 1035050"/>
              <a:gd name="connsiteY20" fmla="*/ 218059 h 527050"/>
              <a:gd name="connsiteX21" fmla="*/ 261430 w 1035050"/>
              <a:gd name="connsiteY21" fmla="*/ 381 h 527050"/>
              <a:gd name="connsiteX22" fmla="*/ 330264 w 1035050"/>
              <a:gd name="connsiteY22" fmla="*/ 381 h 527050"/>
              <a:gd name="connsiteX23" fmla="*/ 564071 w 1035050"/>
              <a:gd name="connsiteY23" fmla="*/ 232283 h 527050"/>
              <a:gd name="connsiteX24" fmla="*/ 849440 w 1035050"/>
              <a:gd name="connsiteY24" fmla="*/ 232283 h 527050"/>
              <a:gd name="connsiteX25" fmla="*/ 738759 w 1035050"/>
              <a:gd name="connsiteY25" fmla="*/ 381 h 527050"/>
              <a:gd name="connsiteX26" fmla="*/ 807593 w 1035050"/>
              <a:gd name="connsiteY26" fmla="*/ 381 h 527050"/>
              <a:gd name="connsiteX27" fmla="*/ 1041083 w 1035050"/>
              <a:gd name="connsiteY27" fmla="*/ 232283 h 527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</a:cxnLst>
            <a:rect l="l" t="t" r="r" b="b"/>
            <a:pathLst>
              <a:path w="1035050" h="527050">
                <a:moveTo>
                  <a:pt x="1041083" y="232283"/>
                </a:moveTo>
                <a:lnTo>
                  <a:pt x="1041083" y="300545"/>
                </a:lnTo>
                <a:cubicBezTo>
                  <a:pt x="912573" y="300194"/>
                  <a:pt x="808032" y="403939"/>
                  <a:pt x="807403" y="532448"/>
                </a:cubicBezTo>
                <a:lnTo>
                  <a:pt x="738569" y="532448"/>
                </a:lnTo>
                <a:cubicBezTo>
                  <a:pt x="738665" y="442426"/>
                  <a:pt x="779322" y="357240"/>
                  <a:pt x="849249" y="300545"/>
                </a:cubicBezTo>
                <a:lnTo>
                  <a:pt x="564071" y="300545"/>
                </a:lnTo>
                <a:cubicBezTo>
                  <a:pt x="435571" y="300194"/>
                  <a:pt x="331049" y="403949"/>
                  <a:pt x="330454" y="532448"/>
                </a:cubicBezTo>
                <a:lnTo>
                  <a:pt x="261430" y="532448"/>
                </a:lnTo>
                <a:cubicBezTo>
                  <a:pt x="261469" y="449957"/>
                  <a:pt x="295649" y="371162"/>
                  <a:pt x="355854" y="314769"/>
                </a:cubicBezTo>
                <a:cubicBezTo>
                  <a:pt x="264255" y="348074"/>
                  <a:pt x="203155" y="434982"/>
                  <a:pt x="202819" y="532448"/>
                </a:cubicBezTo>
                <a:lnTo>
                  <a:pt x="134049" y="532448"/>
                </a:lnTo>
                <a:cubicBezTo>
                  <a:pt x="134077" y="448170"/>
                  <a:pt x="169736" y="367833"/>
                  <a:pt x="232220" y="311277"/>
                </a:cubicBezTo>
                <a:cubicBezTo>
                  <a:pt x="135308" y="341431"/>
                  <a:pt x="69149" y="430954"/>
                  <a:pt x="68771" y="532448"/>
                </a:cubicBezTo>
                <a:lnTo>
                  <a:pt x="0" y="532448"/>
                </a:lnTo>
                <a:cubicBezTo>
                  <a:pt x="242" y="420258"/>
                  <a:pt x="63014" y="317565"/>
                  <a:pt x="162751" y="266192"/>
                </a:cubicBezTo>
                <a:cubicBezTo>
                  <a:pt x="63024" y="214841"/>
                  <a:pt x="251" y="112170"/>
                  <a:pt x="0" y="0"/>
                </a:cubicBezTo>
                <a:lnTo>
                  <a:pt x="68771" y="0"/>
                </a:lnTo>
                <a:cubicBezTo>
                  <a:pt x="69086" y="101339"/>
                  <a:pt x="135011" y="190797"/>
                  <a:pt x="231712" y="221107"/>
                </a:cubicBezTo>
                <a:cubicBezTo>
                  <a:pt x="169531" y="164565"/>
                  <a:pt x="134072" y="84425"/>
                  <a:pt x="134049" y="381"/>
                </a:cubicBezTo>
                <a:lnTo>
                  <a:pt x="202819" y="381"/>
                </a:lnTo>
                <a:cubicBezTo>
                  <a:pt x="203128" y="97875"/>
                  <a:pt x="264269" y="184807"/>
                  <a:pt x="355918" y="218059"/>
                </a:cubicBezTo>
                <a:cubicBezTo>
                  <a:pt x="295689" y="161678"/>
                  <a:pt x="261486" y="82882"/>
                  <a:pt x="261430" y="381"/>
                </a:cubicBezTo>
                <a:lnTo>
                  <a:pt x="330264" y="381"/>
                </a:lnTo>
                <a:cubicBezTo>
                  <a:pt x="330893" y="128940"/>
                  <a:pt x="435511" y="232705"/>
                  <a:pt x="564071" y="232283"/>
                </a:cubicBezTo>
                <a:lnTo>
                  <a:pt x="849440" y="232283"/>
                </a:lnTo>
                <a:cubicBezTo>
                  <a:pt x="779505" y="175595"/>
                  <a:pt x="738847" y="90405"/>
                  <a:pt x="738759" y="381"/>
                </a:cubicBezTo>
                <a:lnTo>
                  <a:pt x="807593" y="381"/>
                </a:lnTo>
                <a:cubicBezTo>
                  <a:pt x="808223" y="128815"/>
                  <a:pt x="912647" y="232530"/>
                  <a:pt x="1041083" y="232283"/>
                </a:cubicBezTo>
                <a:close/>
              </a:path>
            </a:pathLst>
          </a:custGeom>
          <a:solidFill>
            <a:srgbClr val="004050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488700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45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7_Text Slide 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2"/>
          <p:cNvSpPr>
            <a:spLocks noGrp="1"/>
          </p:cNvSpPr>
          <p:nvPr>
            <p:ph type="body" sz="quarter" idx="10" hasCustomPrompt="1"/>
          </p:nvPr>
        </p:nvSpPr>
        <p:spPr>
          <a:xfrm>
            <a:off x="384784" y="1242034"/>
            <a:ext cx="3694112" cy="2917842"/>
          </a:xfrm>
        </p:spPr>
        <p:txBody>
          <a:bodyPr anchor="b"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3600" cap="none" baseline="0">
                <a:latin typeface="Krana Fat B" panose="00000B00000000000000" pitchFamily="50" charset="0"/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Click to </a:t>
            </a:r>
            <a:br>
              <a:rPr lang="en-US" dirty="0"/>
            </a:br>
            <a:r>
              <a:rPr lang="en-US" dirty="0"/>
              <a:t>edit slide title</a:t>
            </a:r>
          </a:p>
        </p:txBody>
      </p:sp>
      <p:sp>
        <p:nvSpPr>
          <p:cNvPr id="18" name="Text Placeholder 4"/>
          <p:cNvSpPr>
            <a:spLocks noGrp="1"/>
          </p:cNvSpPr>
          <p:nvPr>
            <p:ph type="body" sz="quarter" idx="11" hasCustomPrompt="1"/>
          </p:nvPr>
        </p:nvSpPr>
        <p:spPr>
          <a:xfrm>
            <a:off x="6098146" y="579549"/>
            <a:ext cx="5718225" cy="5899039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2000" b="0"/>
            </a:lvl1pPr>
            <a:lvl2pPr marL="180000" marR="0" indent="-1800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Pct val="125000"/>
              <a:buFont typeface="Arial" panose="020B0604020202020204" pitchFamily="34" charset="0"/>
              <a:buChar char="•"/>
              <a:tabLst/>
              <a:defRPr sz="2000"/>
            </a:lvl2pPr>
            <a:lvl3pPr marL="180000" indent="-180000">
              <a:buFont typeface="Arial" panose="020B0604020202020204" pitchFamily="34" charset="0"/>
              <a:buChar char="•"/>
              <a:defRPr sz="2000"/>
            </a:lvl3pPr>
            <a:lvl4pPr marL="180000" indent="-180000">
              <a:buFont typeface="Arial" panose="020B0604020202020204" pitchFamily="34" charset="0"/>
              <a:buChar char="•"/>
              <a:defRPr/>
            </a:lvl4pPr>
            <a:lvl5pPr marL="180000" indent="-180000"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 dirty="0"/>
              <a:t>Edit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2"/>
            <a:r>
              <a:rPr lang="en-GB" dirty="0"/>
              <a:t>Fourth level</a:t>
            </a:r>
          </a:p>
          <a:p>
            <a:pPr lvl="2"/>
            <a:r>
              <a:rPr lang="en-GB" dirty="0"/>
              <a:t>Fifth level</a:t>
            </a:r>
          </a:p>
        </p:txBody>
      </p:sp>
      <p:grpSp>
        <p:nvGrpSpPr>
          <p:cNvPr id="21" name="Group 20"/>
          <p:cNvGrpSpPr/>
          <p:nvPr userDrawn="1"/>
        </p:nvGrpSpPr>
        <p:grpSpPr>
          <a:xfrm>
            <a:off x="-6058" y="3531457"/>
            <a:ext cx="5797612" cy="2365031"/>
            <a:chOff x="-2229" y="2361812"/>
            <a:chExt cx="11067619" cy="4514835"/>
          </a:xfrm>
          <a:solidFill>
            <a:srgbClr val="28CFF9"/>
          </a:solidFill>
        </p:grpSpPr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2F450B4C-241D-A544-BBEF-175E01D6A139}"/>
                </a:ext>
              </a:extLst>
            </p:cNvPr>
            <p:cNvSpPr/>
            <p:nvPr userDrawn="1"/>
          </p:nvSpPr>
          <p:spPr>
            <a:xfrm>
              <a:off x="-2229" y="2361812"/>
              <a:ext cx="9087449" cy="1912558"/>
            </a:xfrm>
            <a:custGeom>
              <a:avLst/>
              <a:gdLst>
                <a:gd name="connsiteX0" fmla="*/ 749871 w 749300"/>
                <a:gd name="connsiteY0" fmla="*/ 248186 h 247650"/>
                <a:gd name="connsiteX1" fmla="*/ 0 w 749300"/>
                <a:gd name="connsiteY1" fmla="*/ 248186 h 247650"/>
                <a:gd name="connsiteX2" fmla="*/ 0 w 749300"/>
                <a:gd name="connsiteY2" fmla="*/ 192497 h 247650"/>
                <a:gd name="connsiteX3" fmla="*/ 603885 w 749300"/>
                <a:gd name="connsiteY3" fmla="*/ 192497 h 247650"/>
                <a:gd name="connsiteX4" fmla="*/ 457200 w 749300"/>
                <a:gd name="connsiteY4" fmla="*/ 219 h 247650"/>
                <a:gd name="connsiteX5" fmla="*/ 515239 w 749300"/>
                <a:gd name="connsiteY5" fmla="*/ 219 h 247650"/>
                <a:gd name="connsiteX6" fmla="*/ 535495 w 749300"/>
                <a:gd name="connsiteY6" fmla="*/ 12347 h 247650"/>
                <a:gd name="connsiteX7" fmla="*/ 600011 w 749300"/>
                <a:gd name="connsiteY7" fmla="*/ 105057 h 247650"/>
                <a:gd name="connsiteX8" fmla="*/ 744030 w 749300"/>
                <a:gd name="connsiteY8" fmla="*/ 242090 h 247650"/>
                <a:gd name="connsiteX9" fmla="*/ 749236 w 749300"/>
                <a:gd name="connsiteY9" fmla="*/ 246535 h 247650"/>
                <a:gd name="connsiteX10" fmla="*/ 749871 w 749300"/>
                <a:gd name="connsiteY10" fmla="*/ 248186 h 247650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806"/>
                <a:gd name="connsiteX1" fmla="*/ 62 w 1182006"/>
                <a:gd name="connsiteY1" fmla="*/ 248806 h 248806"/>
                <a:gd name="connsiteX2" fmla="*/ 0 w 1182006"/>
                <a:gd name="connsiteY2" fmla="*/ 192497 h 248806"/>
                <a:gd name="connsiteX3" fmla="*/ 1036020 w 1182006"/>
                <a:gd name="connsiteY3" fmla="*/ 192497 h 248806"/>
                <a:gd name="connsiteX4" fmla="*/ 889335 w 1182006"/>
                <a:gd name="connsiteY4" fmla="*/ 219 h 248806"/>
                <a:gd name="connsiteX5" fmla="*/ 947374 w 1182006"/>
                <a:gd name="connsiteY5" fmla="*/ 219 h 248806"/>
                <a:gd name="connsiteX6" fmla="*/ 967630 w 1182006"/>
                <a:gd name="connsiteY6" fmla="*/ 12347 h 248806"/>
                <a:gd name="connsiteX7" fmla="*/ 1032146 w 1182006"/>
                <a:gd name="connsiteY7" fmla="*/ 105057 h 248806"/>
                <a:gd name="connsiteX8" fmla="*/ 1176165 w 1182006"/>
                <a:gd name="connsiteY8" fmla="*/ 242090 h 248806"/>
                <a:gd name="connsiteX9" fmla="*/ 1181371 w 1182006"/>
                <a:gd name="connsiteY9" fmla="*/ 246535 h 248806"/>
                <a:gd name="connsiteX10" fmla="*/ 1182006 w 1182006"/>
                <a:gd name="connsiteY10" fmla="*/ 248186 h 2488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82006" h="248806">
                  <a:moveTo>
                    <a:pt x="1182006" y="248186"/>
                  </a:moveTo>
                  <a:lnTo>
                    <a:pt x="62" y="248806"/>
                  </a:lnTo>
                  <a:cubicBezTo>
                    <a:pt x="41" y="230036"/>
                    <a:pt x="21" y="211267"/>
                    <a:pt x="0" y="192497"/>
                  </a:cubicBezTo>
                  <a:lnTo>
                    <a:pt x="1036020" y="192497"/>
                  </a:lnTo>
                  <a:cubicBezTo>
                    <a:pt x="978171" y="134140"/>
                    <a:pt x="924895" y="74768"/>
                    <a:pt x="889335" y="219"/>
                  </a:cubicBezTo>
                  <a:cubicBezTo>
                    <a:pt x="909718" y="219"/>
                    <a:pt x="928578" y="854"/>
                    <a:pt x="947374" y="219"/>
                  </a:cubicBezTo>
                  <a:cubicBezTo>
                    <a:pt x="956166" y="-1141"/>
                    <a:pt x="964678" y="3956"/>
                    <a:pt x="967630" y="12347"/>
                  </a:cubicBezTo>
                  <a:cubicBezTo>
                    <a:pt x="985192" y="45816"/>
                    <a:pt x="1006865" y="76961"/>
                    <a:pt x="1032146" y="105057"/>
                  </a:cubicBezTo>
                  <a:cubicBezTo>
                    <a:pt x="1075774" y="155126"/>
                    <a:pt x="1123990" y="201004"/>
                    <a:pt x="1176165" y="242090"/>
                  </a:cubicBezTo>
                  <a:cubicBezTo>
                    <a:pt x="1177943" y="243551"/>
                    <a:pt x="1179720" y="245011"/>
                    <a:pt x="1181371" y="246535"/>
                  </a:cubicBezTo>
                  <a:cubicBezTo>
                    <a:pt x="1181689" y="246599"/>
                    <a:pt x="1181689" y="247170"/>
                    <a:pt x="1182006" y="248186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" name="Freeform 22">
              <a:extLst>
                <a:ext uri="{FF2B5EF4-FFF2-40B4-BE49-F238E27FC236}">
                  <a16:creationId xmlns:a16="http://schemas.microsoft.com/office/drawing/2014/main" id="{17BA7C41-EA1C-2F4D-90C7-EC472AB85B8A}"/>
                </a:ext>
              </a:extLst>
            </p:cNvPr>
            <p:cNvSpPr/>
            <p:nvPr/>
          </p:nvSpPr>
          <p:spPr>
            <a:xfrm>
              <a:off x="8136202" y="2367285"/>
              <a:ext cx="2929188" cy="4490714"/>
            </a:xfrm>
            <a:custGeom>
              <a:avLst/>
              <a:gdLst>
                <a:gd name="connsiteX0" fmla="*/ 275717 w 381000"/>
                <a:gd name="connsiteY0" fmla="*/ 292862 h 584200"/>
                <a:gd name="connsiteX1" fmla="*/ 0 w 381000"/>
                <a:gd name="connsiteY1" fmla="*/ 762 h 584200"/>
                <a:gd name="connsiteX2" fmla="*/ 5779 w 381000"/>
                <a:gd name="connsiteY2" fmla="*/ 0 h 584200"/>
                <a:gd name="connsiteX3" fmla="*/ 65532 w 381000"/>
                <a:gd name="connsiteY3" fmla="*/ 0 h 584200"/>
                <a:gd name="connsiteX4" fmla="*/ 73089 w 381000"/>
                <a:gd name="connsiteY4" fmla="*/ 4191 h 584200"/>
                <a:gd name="connsiteX5" fmla="*/ 202629 w 381000"/>
                <a:gd name="connsiteY5" fmla="*/ 164973 h 584200"/>
                <a:gd name="connsiteX6" fmla="*/ 377889 w 381000"/>
                <a:gd name="connsiteY6" fmla="*/ 290449 h 584200"/>
                <a:gd name="connsiteX7" fmla="*/ 381318 w 381000"/>
                <a:gd name="connsiteY7" fmla="*/ 292481 h 584200"/>
                <a:gd name="connsiteX8" fmla="*/ 340043 w 381000"/>
                <a:gd name="connsiteY8" fmla="*/ 317881 h 584200"/>
                <a:gd name="connsiteX9" fmla="*/ 126238 w 381000"/>
                <a:gd name="connsiteY9" fmla="*/ 500698 h 584200"/>
                <a:gd name="connsiteX10" fmla="*/ 74358 w 381000"/>
                <a:gd name="connsiteY10" fmla="*/ 579120 h 584200"/>
                <a:gd name="connsiteX11" fmla="*/ 65024 w 381000"/>
                <a:gd name="connsiteY11" fmla="*/ 584708 h 584200"/>
                <a:gd name="connsiteX12" fmla="*/ 0 w 381000"/>
                <a:gd name="connsiteY12" fmla="*/ 584708 h 584200"/>
                <a:gd name="connsiteX13" fmla="*/ 275717 w 381000"/>
                <a:gd name="connsiteY13" fmla="*/ 292862 h 584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81000" h="584200">
                  <a:moveTo>
                    <a:pt x="275717" y="292862"/>
                  </a:moveTo>
                  <a:cubicBezTo>
                    <a:pt x="157290" y="220155"/>
                    <a:pt x="68517" y="120840"/>
                    <a:pt x="0" y="762"/>
                  </a:cubicBezTo>
                  <a:cubicBezTo>
                    <a:pt x="1912" y="408"/>
                    <a:pt x="3840" y="154"/>
                    <a:pt x="5779" y="0"/>
                  </a:cubicBezTo>
                  <a:cubicBezTo>
                    <a:pt x="25654" y="0"/>
                    <a:pt x="45593" y="0"/>
                    <a:pt x="65532" y="0"/>
                  </a:cubicBezTo>
                  <a:cubicBezTo>
                    <a:pt x="68552" y="194"/>
                    <a:pt x="71325" y="1732"/>
                    <a:pt x="73089" y="4191"/>
                  </a:cubicBezTo>
                  <a:cubicBezTo>
                    <a:pt x="105855" y="66230"/>
                    <a:pt x="150940" y="118491"/>
                    <a:pt x="202629" y="164973"/>
                  </a:cubicBezTo>
                  <a:cubicBezTo>
                    <a:pt x="256618" y="212664"/>
                    <a:pt x="315344" y="254708"/>
                    <a:pt x="377889" y="290449"/>
                  </a:cubicBezTo>
                  <a:lnTo>
                    <a:pt x="381318" y="292481"/>
                  </a:lnTo>
                  <a:cubicBezTo>
                    <a:pt x="367221" y="301180"/>
                    <a:pt x="353568" y="309372"/>
                    <a:pt x="340043" y="317881"/>
                  </a:cubicBezTo>
                  <a:cubicBezTo>
                    <a:pt x="260224" y="368681"/>
                    <a:pt x="186246" y="426593"/>
                    <a:pt x="126238" y="500698"/>
                  </a:cubicBezTo>
                  <a:cubicBezTo>
                    <a:pt x="106331" y="525012"/>
                    <a:pt x="88949" y="551288"/>
                    <a:pt x="74358" y="579120"/>
                  </a:cubicBezTo>
                  <a:cubicBezTo>
                    <a:pt x="72939" y="582938"/>
                    <a:pt x="69060" y="585261"/>
                    <a:pt x="65024" y="584708"/>
                  </a:cubicBezTo>
                  <a:cubicBezTo>
                    <a:pt x="43879" y="584391"/>
                    <a:pt x="22733" y="584708"/>
                    <a:pt x="0" y="584708"/>
                  </a:cubicBezTo>
                  <a:cubicBezTo>
                    <a:pt x="68517" y="464693"/>
                    <a:pt x="157862" y="365951"/>
                    <a:pt x="275717" y="292862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" name="Freeform 23">
              <a:extLst>
                <a:ext uri="{FF2B5EF4-FFF2-40B4-BE49-F238E27FC236}">
                  <a16:creationId xmlns:a16="http://schemas.microsoft.com/office/drawing/2014/main" id="{2F450B4C-241D-A544-BBEF-175E01D6A139}"/>
                </a:ext>
              </a:extLst>
            </p:cNvPr>
            <p:cNvSpPr/>
            <p:nvPr userDrawn="1"/>
          </p:nvSpPr>
          <p:spPr>
            <a:xfrm flipV="1">
              <a:off x="-467" y="4964089"/>
              <a:ext cx="9087449" cy="1912558"/>
            </a:xfrm>
            <a:custGeom>
              <a:avLst/>
              <a:gdLst>
                <a:gd name="connsiteX0" fmla="*/ 749871 w 749300"/>
                <a:gd name="connsiteY0" fmla="*/ 248186 h 247650"/>
                <a:gd name="connsiteX1" fmla="*/ 0 w 749300"/>
                <a:gd name="connsiteY1" fmla="*/ 248186 h 247650"/>
                <a:gd name="connsiteX2" fmla="*/ 0 w 749300"/>
                <a:gd name="connsiteY2" fmla="*/ 192497 h 247650"/>
                <a:gd name="connsiteX3" fmla="*/ 603885 w 749300"/>
                <a:gd name="connsiteY3" fmla="*/ 192497 h 247650"/>
                <a:gd name="connsiteX4" fmla="*/ 457200 w 749300"/>
                <a:gd name="connsiteY4" fmla="*/ 219 h 247650"/>
                <a:gd name="connsiteX5" fmla="*/ 515239 w 749300"/>
                <a:gd name="connsiteY5" fmla="*/ 219 h 247650"/>
                <a:gd name="connsiteX6" fmla="*/ 535495 w 749300"/>
                <a:gd name="connsiteY6" fmla="*/ 12347 h 247650"/>
                <a:gd name="connsiteX7" fmla="*/ 600011 w 749300"/>
                <a:gd name="connsiteY7" fmla="*/ 105057 h 247650"/>
                <a:gd name="connsiteX8" fmla="*/ 744030 w 749300"/>
                <a:gd name="connsiteY8" fmla="*/ 242090 h 247650"/>
                <a:gd name="connsiteX9" fmla="*/ 749236 w 749300"/>
                <a:gd name="connsiteY9" fmla="*/ 246535 h 247650"/>
                <a:gd name="connsiteX10" fmla="*/ 749871 w 749300"/>
                <a:gd name="connsiteY10" fmla="*/ 248186 h 247650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806"/>
                <a:gd name="connsiteX1" fmla="*/ 62 w 1182006"/>
                <a:gd name="connsiteY1" fmla="*/ 248806 h 248806"/>
                <a:gd name="connsiteX2" fmla="*/ 0 w 1182006"/>
                <a:gd name="connsiteY2" fmla="*/ 192497 h 248806"/>
                <a:gd name="connsiteX3" fmla="*/ 1036020 w 1182006"/>
                <a:gd name="connsiteY3" fmla="*/ 192497 h 248806"/>
                <a:gd name="connsiteX4" fmla="*/ 889335 w 1182006"/>
                <a:gd name="connsiteY4" fmla="*/ 219 h 248806"/>
                <a:gd name="connsiteX5" fmla="*/ 947374 w 1182006"/>
                <a:gd name="connsiteY5" fmla="*/ 219 h 248806"/>
                <a:gd name="connsiteX6" fmla="*/ 967630 w 1182006"/>
                <a:gd name="connsiteY6" fmla="*/ 12347 h 248806"/>
                <a:gd name="connsiteX7" fmla="*/ 1032146 w 1182006"/>
                <a:gd name="connsiteY7" fmla="*/ 105057 h 248806"/>
                <a:gd name="connsiteX8" fmla="*/ 1176165 w 1182006"/>
                <a:gd name="connsiteY8" fmla="*/ 242090 h 248806"/>
                <a:gd name="connsiteX9" fmla="*/ 1181371 w 1182006"/>
                <a:gd name="connsiteY9" fmla="*/ 246535 h 248806"/>
                <a:gd name="connsiteX10" fmla="*/ 1182006 w 1182006"/>
                <a:gd name="connsiteY10" fmla="*/ 248186 h 2488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82006" h="248806">
                  <a:moveTo>
                    <a:pt x="1182006" y="248186"/>
                  </a:moveTo>
                  <a:lnTo>
                    <a:pt x="62" y="248806"/>
                  </a:lnTo>
                  <a:cubicBezTo>
                    <a:pt x="41" y="230036"/>
                    <a:pt x="21" y="211267"/>
                    <a:pt x="0" y="192497"/>
                  </a:cubicBezTo>
                  <a:lnTo>
                    <a:pt x="1036020" y="192497"/>
                  </a:lnTo>
                  <a:cubicBezTo>
                    <a:pt x="978171" y="134140"/>
                    <a:pt x="924895" y="74768"/>
                    <a:pt x="889335" y="219"/>
                  </a:cubicBezTo>
                  <a:cubicBezTo>
                    <a:pt x="909718" y="219"/>
                    <a:pt x="928578" y="854"/>
                    <a:pt x="947374" y="219"/>
                  </a:cubicBezTo>
                  <a:cubicBezTo>
                    <a:pt x="956166" y="-1141"/>
                    <a:pt x="964678" y="3956"/>
                    <a:pt x="967630" y="12347"/>
                  </a:cubicBezTo>
                  <a:cubicBezTo>
                    <a:pt x="985192" y="45816"/>
                    <a:pt x="1006865" y="76961"/>
                    <a:pt x="1032146" y="105057"/>
                  </a:cubicBezTo>
                  <a:cubicBezTo>
                    <a:pt x="1075774" y="155126"/>
                    <a:pt x="1123990" y="201004"/>
                    <a:pt x="1176165" y="242090"/>
                  </a:cubicBezTo>
                  <a:cubicBezTo>
                    <a:pt x="1177943" y="243551"/>
                    <a:pt x="1179720" y="245011"/>
                    <a:pt x="1181371" y="246535"/>
                  </a:cubicBezTo>
                  <a:cubicBezTo>
                    <a:pt x="1181689" y="246599"/>
                    <a:pt x="1181689" y="247170"/>
                    <a:pt x="1182006" y="248186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</p:spTree>
    <p:extLst>
      <p:ext uri="{BB962C8B-B14F-4D97-AF65-F5344CB8AC3E}">
        <p14:creationId xmlns:p14="http://schemas.microsoft.com/office/powerpoint/2010/main" val="82210675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77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ext and Image (half screen)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7"/>
          <p:cNvSpPr>
            <a:spLocks noGrp="1"/>
          </p:cNvSpPr>
          <p:nvPr>
            <p:ph type="body" sz="quarter" idx="11" hasCustomPrompt="1"/>
          </p:nvPr>
        </p:nvSpPr>
        <p:spPr>
          <a:xfrm>
            <a:off x="373063" y="1892635"/>
            <a:ext cx="6143484" cy="4376323"/>
          </a:xfrm>
        </p:spPr>
        <p:txBody>
          <a:bodyPr/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2000" b="0"/>
            </a:lvl1pPr>
            <a:lvl2pPr marL="171450" indent="-171450">
              <a:lnSpc>
                <a:spcPct val="100000"/>
              </a:lnSpc>
              <a:buFont typeface="Arial" panose="020B0604020202020204" pitchFamily="34" charset="0"/>
              <a:buChar char="•"/>
              <a:defRPr sz="2000" b="0"/>
            </a:lvl2pPr>
            <a:lvl3pPr>
              <a:lnSpc>
                <a:spcPct val="100000"/>
              </a:lnSpc>
              <a:defRPr sz="1800" b="0"/>
            </a:lvl3pPr>
            <a:lvl4pPr>
              <a:lnSpc>
                <a:spcPct val="100000"/>
              </a:lnSpc>
              <a:defRPr sz="1800" b="0"/>
            </a:lvl4pPr>
            <a:lvl5pPr>
              <a:lnSpc>
                <a:spcPct val="100000"/>
              </a:lnSpc>
              <a:defRPr sz="1800" b="0"/>
            </a:lvl5pPr>
          </a:lstStyle>
          <a:p>
            <a:pPr lvl="0"/>
            <a:r>
              <a:rPr lang="en-US" dirty="0"/>
              <a:t>Edit text</a:t>
            </a:r>
          </a:p>
          <a:p>
            <a:pPr lvl="1"/>
            <a:r>
              <a:rPr lang="en-US" dirty="0"/>
              <a:t>Second level</a:t>
            </a:r>
          </a:p>
          <a:p>
            <a:pPr lvl="1"/>
            <a:r>
              <a:rPr lang="en-US" dirty="0"/>
              <a:t>Third level</a:t>
            </a:r>
          </a:p>
          <a:p>
            <a:pPr lvl="1"/>
            <a:r>
              <a:rPr lang="en-US" dirty="0"/>
              <a:t>Fourth level</a:t>
            </a:r>
          </a:p>
          <a:p>
            <a:pPr lvl="1"/>
            <a:r>
              <a:rPr lang="en-US" dirty="0"/>
              <a:t>Fifth level</a:t>
            </a:r>
          </a:p>
        </p:txBody>
      </p:sp>
      <p:sp>
        <p:nvSpPr>
          <p:cNvPr id="7" name="Picture Placeholder 4">
            <a:extLst>
              <a:ext uri="{FF2B5EF4-FFF2-40B4-BE49-F238E27FC236}">
                <a16:creationId xmlns:a16="http://schemas.microsoft.com/office/drawing/2014/main" id="{749837D3-F6DB-DB49-B987-A2004B0611D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967959" y="0"/>
            <a:ext cx="5224040" cy="685799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1" name="Text Placeholder 2"/>
          <p:cNvSpPr>
            <a:spLocks noGrp="1"/>
          </p:cNvSpPr>
          <p:nvPr>
            <p:ph type="body" sz="quarter" idx="12" hasCustomPrompt="1"/>
          </p:nvPr>
        </p:nvSpPr>
        <p:spPr>
          <a:xfrm>
            <a:off x="385650" y="1147572"/>
            <a:ext cx="5123903" cy="520262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3600" cap="none" baseline="0">
                <a:solidFill>
                  <a:srgbClr val="004050"/>
                </a:solidFill>
                <a:latin typeface="Krana Fat B" panose="00000B00000000000000" pitchFamily="50" charset="0"/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Click to edit slide title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FC785C16-E254-5242-9D90-DA9B7DC9FE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56421" y="6511672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760" b="1" i="0">
                <a:solidFill>
                  <a:schemeClr val="tx1"/>
                </a:solidFill>
                <a:latin typeface="Montserrat" pitchFamily="2" charset="77"/>
              </a:defRPr>
            </a:lvl1pPr>
          </a:lstStyle>
          <a:p>
            <a:fld id="{EF892D59-8F09-EF4B-AD6D-DA609442F868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6" name="Freeform 15">
            <a:extLst>
              <a:ext uri="{FF2B5EF4-FFF2-40B4-BE49-F238E27FC236}">
                <a16:creationId xmlns:a16="http://schemas.microsoft.com/office/drawing/2014/main" id="{D44E23D4-CD16-B448-8F0A-11F5CE4FAB4C}"/>
              </a:ext>
            </a:extLst>
          </p:cNvPr>
          <p:cNvSpPr/>
          <p:nvPr userDrawn="1"/>
        </p:nvSpPr>
        <p:spPr>
          <a:xfrm>
            <a:off x="3229535" y="4488657"/>
            <a:ext cx="3729957" cy="2369343"/>
          </a:xfrm>
          <a:custGeom>
            <a:avLst/>
            <a:gdLst>
              <a:gd name="connsiteX0" fmla="*/ 117151 w 1009650"/>
              <a:gd name="connsiteY0" fmla="*/ 24275 h 641350"/>
              <a:gd name="connsiteX1" fmla="*/ 692 w 1009650"/>
              <a:gd name="connsiteY1" fmla="*/ 235603 h 641350"/>
              <a:gd name="connsiteX2" fmla="*/ 208781 w 1009650"/>
              <a:gd name="connsiteY2" fmla="*/ 429659 h 641350"/>
              <a:gd name="connsiteX3" fmla="*/ 350450 w 1009650"/>
              <a:gd name="connsiteY3" fmla="*/ 429659 h 641350"/>
              <a:gd name="connsiteX4" fmla="*/ 350450 w 1009650"/>
              <a:gd name="connsiteY4" fmla="*/ 641432 h 641350"/>
              <a:gd name="connsiteX5" fmla="*/ 428301 w 1009650"/>
              <a:gd name="connsiteY5" fmla="*/ 641432 h 641350"/>
              <a:gd name="connsiteX6" fmla="*/ 428301 w 1009650"/>
              <a:gd name="connsiteY6" fmla="*/ 430358 h 641350"/>
              <a:gd name="connsiteX7" fmla="*/ 777551 w 1009650"/>
              <a:gd name="connsiteY7" fmla="*/ 430358 h 641350"/>
              <a:gd name="connsiteX8" fmla="*/ 652519 w 1009650"/>
              <a:gd name="connsiteY8" fmla="*/ 640352 h 641350"/>
              <a:gd name="connsiteX9" fmla="*/ 698747 w 1009650"/>
              <a:gd name="connsiteY9" fmla="*/ 640352 h 641350"/>
              <a:gd name="connsiteX10" fmla="*/ 713225 w 1009650"/>
              <a:gd name="connsiteY10" fmla="*/ 633050 h 641350"/>
              <a:gd name="connsiteX11" fmla="*/ 864800 w 1009650"/>
              <a:gd name="connsiteY11" fmla="*/ 484206 h 641350"/>
              <a:gd name="connsiteX12" fmla="*/ 1004881 w 1009650"/>
              <a:gd name="connsiteY12" fmla="*/ 412641 h 641350"/>
              <a:gd name="connsiteX13" fmla="*/ 1011231 w 1009650"/>
              <a:gd name="connsiteY13" fmla="*/ 402608 h 641350"/>
              <a:gd name="connsiteX14" fmla="*/ 1011231 w 1009650"/>
              <a:gd name="connsiteY14" fmla="*/ 379685 h 641350"/>
              <a:gd name="connsiteX15" fmla="*/ 1003547 w 1009650"/>
              <a:gd name="connsiteY15" fmla="*/ 368826 h 641350"/>
              <a:gd name="connsiteX16" fmla="*/ 710241 w 1009650"/>
              <a:gd name="connsiteY16" fmla="*/ 145624 h 641350"/>
              <a:gd name="connsiteX17" fmla="*/ 705224 w 1009650"/>
              <a:gd name="connsiteY17" fmla="*/ 141687 h 641350"/>
              <a:gd name="connsiteX18" fmla="*/ 652138 w 1009650"/>
              <a:gd name="connsiteY18" fmla="*/ 141687 h 641350"/>
              <a:gd name="connsiteX19" fmla="*/ 777487 w 1009650"/>
              <a:gd name="connsiteY19" fmla="*/ 353078 h 641350"/>
              <a:gd name="connsiteX20" fmla="*/ 428237 w 1009650"/>
              <a:gd name="connsiteY20" fmla="*/ 353078 h 641350"/>
              <a:gd name="connsiteX21" fmla="*/ 428237 w 1009650"/>
              <a:gd name="connsiteY21" fmla="*/ 344887 h 641350"/>
              <a:gd name="connsiteX22" fmla="*/ 428237 w 1009650"/>
              <a:gd name="connsiteY22" fmla="*/ 210013 h 641350"/>
              <a:gd name="connsiteX23" fmla="*/ 422776 w 1009650"/>
              <a:gd name="connsiteY23" fmla="*/ 165563 h 641350"/>
              <a:gd name="connsiteX24" fmla="*/ 278060 w 1009650"/>
              <a:gd name="connsiteY24" fmla="*/ 11385 h 641350"/>
              <a:gd name="connsiteX25" fmla="*/ 117151 w 1009650"/>
              <a:gd name="connsiteY25" fmla="*/ 24275 h 641350"/>
              <a:gd name="connsiteX26" fmla="*/ 331654 w 1009650"/>
              <a:gd name="connsiteY26" fmla="*/ 145370 h 641350"/>
              <a:gd name="connsiteX27" fmla="*/ 350704 w 1009650"/>
              <a:gd name="connsiteY27" fmla="*/ 216045 h 641350"/>
              <a:gd name="connsiteX28" fmla="*/ 350704 w 1009650"/>
              <a:gd name="connsiteY28" fmla="*/ 343045 h 641350"/>
              <a:gd name="connsiteX29" fmla="*/ 350704 w 1009650"/>
              <a:gd name="connsiteY29" fmla="*/ 352634 h 641350"/>
              <a:gd name="connsiteX30" fmla="*/ 346513 w 1009650"/>
              <a:gd name="connsiteY30" fmla="*/ 353142 h 641350"/>
              <a:gd name="connsiteX31" fmla="*/ 208591 w 1009650"/>
              <a:gd name="connsiteY31" fmla="*/ 352697 h 641350"/>
              <a:gd name="connsiteX32" fmla="*/ 104069 w 1009650"/>
              <a:gd name="connsiteY32" fmla="*/ 297579 h 641350"/>
              <a:gd name="connsiteX33" fmla="*/ 190493 w 1009650"/>
              <a:gd name="connsiteY33" fmla="*/ 79457 h 641350"/>
              <a:gd name="connsiteX34" fmla="*/ 331654 w 1009650"/>
              <a:gd name="connsiteY34" fmla="*/ 145370 h 6413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</a:cxnLst>
            <a:rect l="l" t="t" r="r" b="b"/>
            <a:pathLst>
              <a:path w="1009650" h="641350">
                <a:moveTo>
                  <a:pt x="117151" y="24275"/>
                </a:moveTo>
                <a:cubicBezTo>
                  <a:pt x="34918" y="69741"/>
                  <a:pt x="-5912" y="140163"/>
                  <a:pt x="692" y="235603"/>
                </a:cubicBezTo>
                <a:cubicBezTo>
                  <a:pt x="7994" y="341013"/>
                  <a:pt x="103117" y="429659"/>
                  <a:pt x="208781" y="429659"/>
                </a:cubicBezTo>
                <a:lnTo>
                  <a:pt x="350450" y="429659"/>
                </a:lnTo>
                <a:lnTo>
                  <a:pt x="350450" y="641432"/>
                </a:lnTo>
                <a:lnTo>
                  <a:pt x="428301" y="641432"/>
                </a:lnTo>
                <a:lnTo>
                  <a:pt x="428301" y="430358"/>
                </a:lnTo>
                <a:lnTo>
                  <a:pt x="777551" y="430358"/>
                </a:lnTo>
                <a:cubicBezTo>
                  <a:pt x="722305" y="492842"/>
                  <a:pt x="679379" y="561231"/>
                  <a:pt x="652519" y="640352"/>
                </a:cubicBezTo>
                <a:cubicBezTo>
                  <a:pt x="668712" y="640352"/>
                  <a:pt x="683761" y="640352"/>
                  <a:pt x="698747" y="640352"/>
                </a:cubicBezTo>
                <a:cubicBezTo>
                  <a:pt x="704581" y="640933"/>
                  <a:pt x="710224" y="638086"/>
                  <a:pt x="713225" y="633050"/>
                </a:cubicBezTo>
                <a:cubicBezTo>
                  <a:pt x="754165" y="574534"/>
                  <a:pt x="805550" y="524075"/>
                  <a:pt x="864800" y="484206"/>
                </a:cubicBezTo>
                <a:cubicBezTo>
                  <a:pt x="908435" y="454786"/>
                  <a:pt x="955471" y="430757"/>
                  <a:pt x="1004881" y="412641"/>
                </a:cubicBezTo>
                <a:cubicBezTo>
                  <a:pt x="1009346" y="411541"/>
                  <a:pt x="1012148" y="407114"/>
                  <a:pt x="1011231" y="402608"/>
                </a:cubicBezTo>
                <a:cubicBezTo>
                  <a:pt x="1010723" y="394975"/>
                  <a:pt x="1010723" y="387317"/>
                  <a:pt x="1011231" y="379685"/>
                </a:cubicBezTo>
                <a:cubicBezTo>
                  <a:pt x="1011802" y="373335"/>
                  <a:pt x="1009135" y="370922"/>
                  <a:pt x="1003547" y="368826"/>
                </a:cubicBezTo>
                <a:cubicBezTo>
                  <a:pt x="883532" y="323741"/>
                  <a:pt x="784154" y="251351"/>
                  <a:pt x="710241" y="145624"/>
                </a:cubicBezTo>
                <a:cubicBezTo>
                  <a:pt x="709034" y="143909"/>
                  <a:pt x="706939" y="141750"/>
                  <a:pt x="705224" y="141687"/>
                </a:cubicBezTo>
                <a:cubicBezTo>
                  <a:pt x="687889" y="141687"/>
                  <a:pt x="670616" y="141687"/>
                  <a:pt x="652138" y="141687"/>
                </a:cubicBezTo>
                <a:cubicBezTo>
                  <a:pt x="678808" y="221506"/>
                  <a:pt x="721988" y="290213"/>
                  <a:pt x="777487" y="353078"/>
                </a:cubicBezTo>
                <a:lnTo>
                  <a:pt x="428237" y="353078"/>
                </a:lnTo>
                <a:lnTo>
                  <a:pt x="428237" y="344887"/>
                </a:lnTo>
                <a:cubicBezTo>
                  <a:pt x="428237" y="299929"/>
                  <a:pt x="428681" y="254971"/>
                  <a:pt x="428237" y="210013"/>
                </a:cubicBezTo>
                <a:cubicBezTo>
                  <a:pt x="428159" y="195034"/>
                  <a:pt x="426326" y="180115"/>
                  <a:pt x="422776" y="165563"/>
                </a:cubicBezTo>
                <a:cubicBezTo>
                  <a:pt x="402392" y="88283"/>
                  <a:pt x="353498" y="36150"/>
                  <a:pt x="278060" y="11385"/>
                </a:cubicBezTo>
                <a:cubicBezTo>
                  <a:pt x="223323" y="-6776"/>
                  <a:pt x="167760" y="-3728"/>
                  <a:pt x="117151" y="24275"/>
                </a:cubicBezTo>
                <a:close/>
                <a:moveTo>
                  <a:pt x="331654" y="145370"/>
                </a:moveTo>
                <a:cubicBezTo>
                  <a:pt x="344472" y="166690"/>
                  <a:pt x="351071" y="191171"/>
                  <a:pt x="350704" y="216045"/>
                </a:cubicBezTo>
                <a:cubicBezTo>
                  <a:pt x="350704" y="258463"/>
                  <a:pt x="350704" y="300818"/>
                  <a:pt x="350704" y="343045"/>
                </a:cubicBezTo>
                <a:lnTo>
                  <a:pt x="350704" y="352634"/>
                </a:lnTo>
                <a:cubicBezTo>
                  <a:pt x="349319" y="352892"/>
                  <a:pt x="347920" y="353061"/>
                  <a:pt x="346513" y="353142"/>
                </a:cubicBezTo>
                <a:cubicBezTo>
                  <a:pt x="300539" y="353142"/>
                  <a:pt x="254564" y="353142"/>
                  <a:pt x="208591" y="352697"/>
                </a:cubicBezTo>
                <a:cubicBezTo>
                  <a:pt x="164649" y="352062"/>
                  <a:pt x="129724" y="332123"/>
                  <a:pt x="104069" y="297579"/>
                </a:cubicBezTo>
                <a:cubicBezTo>
                  <a:pt x="38347" y="209187"/>
                  <a:pt x="96132" y="97173"/>
                  <a:pt x="190493" y="79457"/>
                </a:cubicBezTo>
                <a:cubicBezTo>
                  <a:pt x="246651" y="70112"/>
                  <a:pt x="302766" y="96313"/>
                  <a:pt x="331654" y="145370"/>
                </a:cubicBezTo>
                <a:close/>
              </a:path>
            </a:pathLst>
          </a:custGeom>
          <a:solidFill>
            <a:srgbClr val="28CFF9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8" name="Rectangle 7"/>
          <p:cNvSpPr/>
          <p:nvPr userDrawn="1"/>
        </p:nvSpPr>
        <p:spPr>
          <a:xfrm>
            <a:off x="0" y="75715"/>
            <a:ext cx="1089126" cy="80956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9472521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77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Activity 1">
    <p:bg>
      <p:bgPr>
        <a:solidFill>
          <a:srgbClr val="28CF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9">
            <a:extLst>
              <a:ext uri="{FF2B5EF4-FFF2-40B4-BE49-F238E27FC236}">
                <a16:creationId xmlns:a16="http://schemas.microsoft.com/office/drawing/2014/main" id="{56887D20-DCD6-8E49-BF31-8F4C2FCCD421}"/>
              </a:ext>
            </a:extLst>
          </p:cNvPr>
          <p:cNvSpPr/>
          <p:nvPr userDrawn="1"/>
        </p:nvSpPr>
        <p:spPr>
          <a:xfrm>
            <a:off x="487005" y="518307"/>
            <a:ext cx="3525956" cy="4061544"/>
          </a:xfrm>
          <a:custGeom>
            <a:avLst/>
            <a:gdLst>
              <a:gd name="connsiteX0" fmla="*/ 1008895 w 1003300"/>
              <a:gd name="connsiteY0" fmla="*/ 731076 h 1155700"/>
              <a:gd name="connsiteX1" fmla="*/ 581921 w 1003300"/>
              <a:gd name="connsiteY1" fmla="*/ 1157986 h 1155700"/>
              <a:gd name="connsiteX2" fmla="*/ 581921 w 1003300"/>
              <a:gd name="connsiteY2" fmla="*/ 932371 h 1155700"/>
              <a:gd name="connsiteX3" fmla="*/ 565728 w 1003300"/>
              <a:gd name="connsiteY3" fmla="*/ 932371 h 1155700"/>
              <a:gd name="connsiteX4" fmla="*/ 485337 w 1003300"/>
              <a:gd name="connsiteY4" fmla="*/ 923163 h 1155700"/>
              <a:gd name="connsiteX5" fmla="*/ 405454 w 1003300"/>
              <a:gd name="connsiteY5" fmla="*/ 877824 h 1155700"/>
              <a:gd name="connsiteX6" fmla="*/ 306585 w 1003300"/>
              <a:gd name="connsiteY6" fmla="*/ 784035 h 1155700"/>
              <a:gd name="connsiteX7" fmla="*/ 114497 w 1003300"/>
              <a:gd name="connsiteY7" fmla="*/ 591312 h 1155700"/>
              <a:gd name="connsiteX8" fmla="*/ 29534 w 1003300"/>
              <a:gd name="connsiteY8" fmla="*/ 484251 h 1155700"/>
              <a:gd name="connsiteX9" fmla="*/ 7500 w 1003300"/>
              <a:gd name="connsiteY9" fmla="*/ 408051 h 1155700"/>
              <a:gd name="connsiteX10" fmla="*/ 452 w 1003300"/>
              <a:gd name="connsiteY10" fmla="*/ 282766 h 1155700"/>
              <a:gd name="connsiteX11" fmla="*/ 452 w 1003300"/>
              <a:gd name="connsiteY11" fmla="*/ 10668 h 1155700"/>
              <a:gd name="connsiteX12" fmla="*/ 452 w 1003300"/>
              <a:gd name="connsiteY12" fmla="*/ 1333 h 1155700"/>
              <a:gd name="connsiteX13" fmla="*/ 201937 w 1003300"/>
              <a:gd name="connsiteY13" fmla="*/ 203200 h 1155700"/>
              <a:gd name="connsiteX14" fmla="*/ 405137 w 1003300"/>
              <a:gd name="connsiteY14" fmla="*/ 0 h 1155700"/>
              <a:gd name="connsiteX15" fmla="*/ 405137 w 1003300"/>
              <a:gd name="connsiteY15" fmla="*/ 527876 h 1155700"/>
              <a:gd name="connsiteX16" fmla="*/ 573221 w 1003300"/>
              <a:gd name="connsiteY16" fmla="*/ 527876 h 1155700"/>
              <a:gd name="connsiteX17" fmla="*/ 581984 w 1003300"/>
              <a:gd name="connsiteY17" fmla="*/ 518732 h 1155700"/>
              <a:gd name="connsiteX18" fmla="*/ 581984 w 1003300"/>
              <a:gd name="connsiteY18" fmla="*/ 303975 h 1155700"/>
              <a:gd name="connsiteX19" fmla="*/ 1008895 w 1003300"/>
              <a:gd name="connsiteY19" fmla="*/ 731076 h 1155700"/>
              <a:gd name="connsiteX20" fmla="*/ 649929 w 1003300"/>
              <a:gd name="connsiteY20" fmla="*/ 864426 h 1155700"/>
              <a:gd name="connsiteX21" fmla="*/ 649929 w 1003300"/>
              <a:gd name="connsiteY21" fmla="*/ 991807 h 1155700"/>
              <a:gd name="connsiteX22" fmla="*/ 911359 w 1003300"/>
              <a:gd name="connsiteY22" fmla="*/ 730568 h 1155700"/>
              <a:gd name="connsiteX23" fmla="*/ 649231 w 1003300"/>
              <a:gd name="connsiteY23" fmla="*/ 468376 h 1155700"/>
              <a:gd name="connsiteX24" fmla="*/ 649231 w 1003300"/>
              <a:gd name="connsiteY24" fmla="*/ 595693 h 1155700"/>
              <a:gd name="connsiteX25" fmla="*/ 216732 w 1003300"/>
              <a:gd name="connsiteY25" fmla="*/ 595693 h 1155700"/>
              <a:gd name="connsiteX26" fmla="*/ 221558 w 1003300"/>
              <a:gd name="connsiteY26" fmla="*/ 601091 h 1155700"/>
              <a:gd name="connsiteX27" fmla="*/ 427870 w 1003300"/>
              <a:gd name="connsiteY27" fmla="*/ 807720 h 1155700"/>
              <a:gd name="connsiteX28" fmla="*/ 542170 w 1003300"/>
              <a:gd name="connsiteY28" fmla="*/ 862457 h 1155700"/>
              <a:gd name="connsiteX29" fmla="*/ 624720 w 1003300"/>
              <a:gd name="connsiteY29" fmla="*/ 864426 h 1155700"/>
              <a:gd name="connsiteX30" fmla="*/ 649929 w 1003300"/>
              <a:gd name="connsiteY30" fmla="*/ 864426 h 1155700"/>
              <a:gd name="connsiteX31" fmla="*/ 68523 w 1003300"/>
              <a:gd name="connsiteY31" fmla="*/ 162941 h 1155700"/>
              <a:gd name="connsiteX32" fmla="*/ 68142 w 1003300"/>
              <a:gd name="connsiteY32" fmla="*/ 168275 h 1155700"/>
              <a:gd name="connsiteX33" fmla="*/ 68460 w 1003300"/>
              <a:gd name="connsiteY33" fmla="*/ 339725 h 1155700"/>
              <a:gd name="connsiteX34" fmla="*/ 75318 w 1003300"/>
              <a:gd name="connsiteY34" fmla="*/ 411162 h 1155700"/>
              <a:gd name="connsiteX35" fmla="*/ 127325 w 1003300"/>
              <a:gd name="connsiteY35" fmla="*/ 494665 h 1155700"/>
              <a:gd name="connsiteX36" fmla="*/ 203207 w 1003300"/>
              <a:gd name="connsiteY36" fmla="*/ 521780 h 1155700"/>
              <a:gd name="connsiteX37" fmla="*/ 333889 w 1003300"/>
              <a:gd name="connsiteY37" fmla="*/ 527558 h 1155700"/>
              <a:gd name="connsiteX38" fmla="*/ 336937 w 1003300"/>
              <a:gd name="connsiteY38" fmla="*/ 526732 h 1155700"/>
              <a:gd name="connsiteX39" fmla="*/ 336938 w 1003300"/>
              <a:gd name="connsiteY39" fmla="*/ 162243 h 1155700"/>
              <a:gd name="connsiteX40" fmla="*/ 202508 w 1003300"/>
              <a:gd name="connsiteY40" fmla="*/ 295021 h 1155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</a:cxnLst>
            <a:rect l="l" t="t" r="r" b="b"/>
            <a:pathLst>
              <a:path w="1003300" h="1155700">
                <a:moveTo>
                  <a:pt x="1008895" y="731076"/>
                </a:moveTo>
                <a:lnTo>
                  <a:pt x="581921" y="1157986"/>
                </a:lnTo>
                <a:lnTo>
                  <a:pt x="581921" y="932371"/>
                </a:lnTo>
                <a:lnTo>
                  <a:pt x="565728" y="932371"/>
                </a:lnTo>
                <a:cubicBezTo>
                  <a:pt x="538636" y="932998"/>
                  <a:pt x="511586" y="929900"/>
                  <a:pt x="485337" y="923163"/>
                </a:cubicBezTo>
                <a:cubicBezTo>
                  <a:pt x="455495" y="914588"/>
                  <a:pt x="428116" y="899048"/>
                  <a:pt x="405454" y="877824"/>
                </a:cubicBezTo>
                <a:cubicBezTo>
                  <a:pt x="371736" y="847407"/>
                  <a:pt x="338843" y="815975"/>
                  <a:pt x="306585" y="784035"/>
                </a:cubicBezTo>
                <a:cubicBezTo>
                  <a:pt x="242111" y="720238"/>
                  <a:pt x="178082" y="655997"/>
                  <a:pt x="114497" y="591312"/>
                </a:cubicBezTo>
                <a:cubicBezTo>
                  <a:pt x="82430" y="558737"/>
                  <a:pt x="52140" y="524510"/>
                  <a:pt x="29534" y="484251"/>
                </a:cubicBezTo>
                <a:cubicBezTo>
                  <a:pt x="16810" y="460725"/>
                  <a:pt x="9295" y="434737"/>
                  <a:pt x="7500" y="408051"/>
                </a:cubicBezTo>
                <a:cubicBezTo>
                  <a:pt x="3944" y="366395"/>
                  <a:pt x="1150" y="324548"/>
                  <a:pt x="452" y="282766"/>
                </a:cubicBezTo>
                <a:cubicBezTo>
                  <a:pt x="-565" y="192087"/>
                  <a:pt x="452" y="101346"/>
                  <a:pt x="452" y="10668"/>
                </a:cubicBezTo>
                <a:lnTo>
                  <a:pt x="452" y="1333"/>
                </a:lnTo>
                <a:cubicBezTo>
                  <a:pt x="67952" y="68961"/>
                  <a:pt x="134817" y="135890"/>
                  <a:pt x="201937" y="203200"/>
                </a:cubicBezTo>
                <a:lnTo>
                  <a:pt x="405137" y="0"/>
                </a:lnTo>
                <a:lnTo>
                  <a:pt x="405137" y="527876"/>
                </a:lnTo>
                <a:cubicBezTo>
                  <a:pt x="408185" y="527876"/>
                  <a:pt x="519818" y="527876"/>
                  <a:pt x="573221" y="527876"/>
                </a:cubicBezTo>
                <a:cubicBezTo>
                  <a:pt x="580524" y="527876"/>
                  <a:pt x="581984" y="525463"/>
                  <a:pt x="581984" y="518732"/>
                </a:cubicBezTo>
                <a:cubicBezTo>
                  <a:pt x="581984" y="449516"/>
                  <a:pt x="581984" y="305435"/>
                  <a:pt x="581984" y="303975"/>
                </a:cubicBezTo>
                <a:cubicBezTo>
                  <a:pt x="580778" y="304292"/>
                  <a:pt x="1010038" y="732028"/>
                  <a:pt x="1008895" y="731076"/>
                </a:cubicBezTo>
                <a:close/>
                <a:moveTo>
                  <a:pt x="649929" y="864426"/>
                </a:moveTo>
                <a:lnTo>
                  <a:pt x="649929" y="991807"/>
                </a:lnTo>
                <a:cubicBezTo>
                  <a:pt x="737601" y="904092"/>
                  <a:pt x="824745" y="817012"/>
                  <a:pt x="911359" y="730568"/>
                </a:cubicBezTo>
                <a:lnTo>
                  <a:pt x="649231" y="468376"/>
                </a:lnTo>
                <a:lnTo>
                  <a:pt x="649231" y="595693"/>
                </a:lnTo>
                <a:lnTo>
                  <a:pt x="216732" y="595693"/>
                </a:lnTo>
                <a:cubicBezTo>
                  <a:pt x="218955" y="598170"/>
                  <a:pt x="220162" y="599757"/>
                  <a:pt x="221558" y="601091"/>
                </a:cubicBezTo>
                <a:cubicBezTo>
                  <a:pt x="290265" y="669967"/>
                  <a:pt x="359036" y="738844"/>
                  <a:pt x="427870" y="807720"/>
                </a:cubicBezTo>
                <a:cubicBezTo>
                  <a:pt x="459620" y="839470"/>
                  <a:pt x="496894" y="859473"/>
                  <a:pt x="542170" y="862457"/>
                </a:cubicBezTo>
                <a:cubicBezTo>
                  <a:pt x="569665" y="864235"/>
                  <a:pt x="597288" y="863854"/>
                  <a:pt x="624720" y="864426"/>
                </a:cubicBezTo>
                <a:cubicBezTo>
                  <a:pt x="632721" y="864553"/>
                  <a:pt x="640404" y="864426"/>
                  <a:pt x="649929" y="864426"/>
                </a:cubicBezTo>
                <a:close/>
                <a:moveTo>
                  <a:pt x="68523" y="162941"/>
                </a:moveTo>
                <a:cubicBezTo>
                  <a:pt x="68523" y="164402"/>
                  <a:pt x="68142" y="166370"/>
                  <a:pt x="68142" y="168275"/>
                </a:cubicBezTo>
                <a:cubicBezTo>
                  <a:pt x="68142" y="225425"/>
                  <a:pt x="67507" y="282575"/>
                  <a:pt x="68460" y="339725"/>
                </a:cubicBezTo>
                <a:cubicBezTo>
                  <a:pt x="68770" y="363686"/>
                  <a:pt x="71064" y="387580"/>
                  <a:pt x="75318" y="411162"/>
                </a:cubicBezTo>
                <a:cubicBezTo>
                  <a:pt x="81668" y="445326"/>
                  <a:pt x="97289" y="474662"/>
                  <a:pt x="127325" y="494665"/>
                </a:cubicBezTo>
                <a:cubicBezTo>
                  <a:pt x="150463" y="508873"/>
                  <a:pt x="176305" y="518107"/>
                  <a:pt x="203207" y="521780"/>
                </a:cubicBezTo>
                <a:cubicBezTo>
                  <a:pt x="246514" y="529273"/>
                  <a:pt x="290265" y="527621"/>
                  <a:pt x="333889" y="527558"/>
                </a:cubicBezTo>
                <a:cubicBezTo>
                  <a:pt x="334936" y="527411"/>
                  <a:pt x="335960" y="527133"/>
                  <a:pt x="336937" y="526732"/>
                </a:cubicBezTo>
                <a:lnTo>
                  <a:pt x="336938" y="162243"/>
                </a:lnTo>
                <a:lnTo>
                  <a:pt x="202508" y="295021"/>
                </a:lnTo>
                <a:close/>
              </a:path>
            </a:pathLst>
          </a:custGeom>
          <a:solidFill>
            <a:schemeClr val="accent1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EBBB6D40-B4C9-8B4A-B2A6-126F6490637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327302" y="344971"/>
            <a:ext cx="7475232" cy="2858874"/>
          </a:xfrm>
        </p:spPr>
        <p:txBody>
          <a:bodyPr anchor="b" anchorCtr="0">
            <a:noAutofit/>
          </a:bodyPr>
          <a:lstStyle>
            <a:lvl1pPr algn="l">
              <a:lnSpc>
                <a:spcPct val="100000"/>
              </a:lnSpc>
              <a:defRPr sz="3600" baseline="0">
                <a:solidFill>
                  <a:srgbClr val="004050"/>
                </a:solidFill>
              </a:defRPr>
            </a:lvl1pPr>
          </a:lstStyle>
          <a:p>
            <a:br>
              <a:rPr lang="en-US" noProof="0" dirty="0"/>
            </a:br>
            <a:br>
              <a:rPr lang="en-US" noProof="0" dirty="0"/>
            </a:br>
            <a:r>
              <a:rPr lang="en-US" noProof="0" dirty="0"/>
              <a:t>ACTIVITY: </a:t>
            </a:r>
            <a:br>
              <a:rPr lang="en-US" noProof="0" dirty="0"/>
            </a:br>
            <a:r>
              <a:rPr lang="en-US" noProof="0" dirty="0"/>
              <a:t>CLICK TO EDIT TITLE</a:t>
            </a:r>
            <a:endParaRPr lang="en-GB" noProof="0" dirty="0"/>
          </a:p>
        </p:txBody>
      </p:sp>
      <p:sp>
        <p:nvSpPr>
          <p:cNvPr id="6" name="Text Placeholder 3"/>
          <p:cNvSpPr>
            <a:spLocks noGrp="1"/>
          </p:cNvSpPr>
          <p:nvPr>
            <p:ph type="body" sz="quarter" idx="10" hasCustomPrompt="1"/>
          </p:nvPr>
        </p:nvSpPr>
        <p:spPr>
          <a:xfrm>
            <a:off x="4327303" y="3525004"/>
            <a:ext cx="7475230" cy="2791976"/>
          </a:xfrm>
        </p:spPr>
        <p:txBody>
          <a:bodyPr/>
          <a:lstStyle>
            <a:lvl1pPr>
              <a:lnSpc>
                <a:spcPct val="100000"/>
              </a:lnSpc>
              <a:defRPr b="0" baseline="0"/>
            </a:lvl1pPr>
          </a:lstStyle>
          <a:p>
            <a:pPr lvl="0"/>
            <a:r>
              <a:rPr lang="en-US" dirty="0"/>
              <a:t>Click to edit instructions</a:t>
            </a:r>
          </a:p>
        </p:txBody>
      </p:sp>
    </p:spTree>
    <p:extLst>
      <p:ext uri="{BB962C8B-B14F-4D97-AF65-F5344CB8AC3E}">
        <p14:creationId xmlns:p14="http://schemas.microsoft.com/office/powerpoint/2010/main" val="192894767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orient="horz" pos="1457">
          <p15:clr>
            <a:srgbClr val="FBAE40"/>
          </p15:clr>
        </p15:guide>
        <p15:guide id="3" orient="horz" pos="3634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5_03 Section Divider">
    <p:bg>
      <p:bgPr>
        <a:solidFill>
          <a:srgbClr val="F362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/>
          <p:cNvSpPr/>
          <p:nvPr userDrawn="1"/>
        </p:nvSpPr>
        <p:spPr>
          <a:xfrm>
            <a:off x="760859" y="768561"/>
            <a:ext cx="379608" cy="110490"/>
          </a:xfrm>
          <a:prstGeom prst="rect">
            <a:avLst/>
          </a:prstGeom>
          <a:solidFill>
            <a:srgbClr val="F3622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" name="Title 1">
            <a:extLst>
              <a:ext uri="{FF2B5EF4-FFF2-40B4-BE49-F238E27FC236}">
                <a16:creationId xmlns:a16="http://schemas.microsoft.com/office/drawing/2014/main" id="{EBBB6D40-B4C9-8B4A-B2A6-126F64906376}"/>
              </a:ext>
            </a:extLst>
          </p:cNvPr>
          <p:cNvSpPr>
            <a:spLocks noGrp="1"/>
          </p:cNvSpPr>
          <p:nvPr userDrawn="1">
            <p:ph type="ctrTitle" hasCustomPrompt="1"/>
          </p:nvPr>
        </p:nvSpPr>
        <p:spPr>
          <a:xfrm>
            <a:off x="376239" y="1556247"/>
            <a:ext cx="5810250" cy="2277604"/>
          </a:xfrm>
        </p:spPr>
        <p:txBody>
          <a:bodyPr anchor="b" anchorCtr="0">
            <a:noAutofit/>
          </a:bodyPr>
          <a:lstStyle>
            <a:lvl1pPr algn="l">
              <a:lnSpc>
                <a:spcPct val="90000"/>
              </a:lnSpc>
              <a:defRPr sz="3600" spc="60" baseline="0">
                <a:solidFill>
                  <a:schemeClr val="bg1"/>
                </a:solidFill>
              </a:defRPr>
            </a:lvl1pPr>
          </a:lstStyle>
          <a:p>
            <a:r>
              <a:rPr lang="en-US" noProof="0" dirty="0"/>
              <a:t>CLICK TO EDIT </a:t>
            </a:r>
            <a:br>
              <a:rPr lang="en-US" noProof="0" dirty="0"/>
            </a:br>
            <a:r>
              <a:rPr lang="en-US" noProof="0" dirty="0"/>
              <a:t>MASTER TITLE STYLE</a:t>
            </a:r>
            <a:endParaRPr lang="en-GB" noProof="0" dirty="0"/>
          </a:p>
        </p:txBody>
      </p:sp>
      <p:grpSp>
        <p:nvGrpSpPr>
          <p:cNvPr id="6" name="Group 5"/>
          <p:cNvGrpSpPr/>
          <p:nvPr userDrawn="1"/>
        </p:nvGrpSpPr>
        <p:grpSpPr>
          <a:xfrm>
            <a:off x="-2229" y="2361812"/>
            <a:ext cx="11067619" cy="4502135"/>
            <a:chOff x="-2229" y="2361812"/>
            <a:chExt cx="11067619" cy="4502135"/>
          </a:xfrm>
        </p:grpSpPr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2F450B4C-241D-A544-BBEF-175E01D6A139}"/>
                </a:ext>
              </a:extLst>
            </p:cNvPr>
            <p:cNvSpPr/>
            <p:nvPr userDrawn="1"/>
          </p:nvSpPr>
          <p:spPr>
            <a:xfrm>
              <a:off x="-2229" y="2361812"/>
              <a:ext cx="9087449" cy="1912558"/>
            </a:xfrm>
            <a:custGeom>
              <a:avLst/>
              <a:gdLst>
                <a:gd name="connsiteX0" fmla="*/ 749871 w 749300"/>
                <a:gd name="connsiteY0" fmla="*/ 248186 h 247650"/>
                <a:gd name="connsiteX1" fmla="*/ 0 w 749300"/>
                <a:gd name="connsiteY1" fmla="*/ 248186 h 247650"/>
                <a:gd name="connsiteX2" fmla="*/ 0 w 749300"/>
                <a:gd name="connsiteY2" fmla="*/ 192497 h 247650"/>
                <a:gd name="connsiteX3" fmla="*/ 603885 w 749300"/>
                <a:gd name="connsiteY3" fmla="*/ 192497 h 247650"/>
                <a:gd name="connsiteX4" fmla="*/ 457200 w 749300"/>
                <a:gd name="connsiteY4" fmla="*/ 219 h 247650"/>
                <a:gd name="connsiteX5" fmla="*/ 515239 w 749300"/>
                <a:gd name="connsiteY5" fmla="*/ 219 h 247650"/>
                <a:gd name="connsiteX6" fmla="*/ 535495 w 749300"/>
                <a:gd name="connsiteY6" fmla="*/ 12347 h 247650"/>
                <a:gd name="connsiteX7" fmla="*/ 600011 w 749300"/>
                <a:gd name="connsiteY7" fmla="*/ 105057 h 247650"/>
                <a:gd name="connsiteX8" fmla="*/ 744030 w 749300"/>
                <a:gd name="connsiteY8" fmla="*/ 242090 h 247650"/>
                <a:gd name="connsiteX9" fmla="*/ 749236 w 749300"/>
                <a:gd name="connsiteY9" fmla="*/ 246535 h 247650"/>
                <a:gd name="connsiteX10" fmla="*/ 749871 w 749300"/>
                <a:gd name="connsiteY10" fmla="*/ 248186 h 247650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806"/>
                <a:gd name="connsiteX1" fmla="*/ 62 w 1182006"/>
                <a:gd name="connsiteY1" fmla="*/ 248806 h 248806"/>
                <a:gd name="connsiteX2" fmla="*/ 0 w 1182006"/>
                <a:gd name="connsiteY2" fmla="*/ 192497 h 248806"/>
                <a:gd name="connsiteX3" fmla="*/ 1036020 w 1182006"/>
                <a:gd name="connsiteY3" fmla="*/ 192497 h 248806"/>
                <a:gd name="connsiteX4" fmla="*/ 889335 w 1182006"/>
                <a:gd name="connsiteY4" fmla="*/ 219 h 248806"/>
                <a:gd name="connsiteX5" fmla="*/ 947374 w 1182006"/>
                <a:gd name="connsiteY5" fmla="*/ 219 h 248806"/>
                <a:gd name="connsiteX6" fmla="*/ 967630 w 1182006"/>
                <a:gd name="connsiteY6" fmla="*/ 12347 h 248806"/>
                <a:gd name="connsiteX7" fmla="*/ 1032146 w 1182006"/>
                <a:gd name="connsiteY7" fmla="*/ 105057 h 248806"/>
                <a:gd name="connsiteX8" fmla="*/ 1176165 w 1182006"/>
                <a:gd name="connsiteY8" fmla="*/ 242090 h 248806"/>
                <a:gd name="connsiteX9" fmla="*/ 1181371 w 1182006"/>
                <a:gd name="connsiteY9" fmla="*/ 246535 h 248806"/>
                <a:gd name="connsiteX10" fmla="*/ 1182006 w 1182006"/>
                <a:gd name="connsiteY10" fmla="*/ 248186 h 2488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82006" h="248806">
                  <a:moveTo>
                    <a:pt x="1182006" y="248186"/>
                  </a:moveTo>
                  <a:lnTo>
                    <a:pt x="62" y="248806"/>
                  </a:lnTo>
                  <a:cubicBezTo>
                    <a:pt x="41" y="230036"/>
                    <a:pt x="21" y="211267"/>
                    <a:pt x="0" y="192497"/>
                  </a:cubicBezTo>
                  <a:lnTo>
                    <a:pt x="1036020" y="192497"/>
                  </a:lnTo>
                  <a:cubicBezTo>
                    <a:pt x="978171" y="134140"/>
                    <a:pt x="924895" y="74768"/>
                    <a:pt x="889335" y="219"/>
                  </a:cubicBezTo>
                  <a:cubicBezTo>
                    <a:pt x="909718" y="219"/>
                    <a:pt x="928578" y="854"/>
                    <a:pt x="947374" y="219"/>
                  </a:cubicBezTo>
                  <a:cubicBezTo>
                    <a:pt x="956166" y="-1141"/>
                    <a:pt x="964678" y="3956"/>
                    <a:pt x="967630" y="12347"/>
                  </a:cubicBezTo>
                  <a:cubicBezTo>
                    <a:pt x="985192" y="45816"/>
                    <a:pt x="1006865" y="76961"/>
                    <a:pt x="1032146" y="105057"/>
                  </a:cubicBezTo>
                  <a:cubicBezTo>
                    <a:pt x="1075774" y="155126"/>
                    <a:pt x="1123990" y="201004"/>
                    <a:pt x="1176165" y="242090"/>
                  </a:cubicBezTo>
                  <a:cubicBezTo>
                    <a:pt x="1177943" y="243551"/>
                    <a:pt x="1179720" y="245011"/>
                    <a:pt x="1181371" y="246535"/>
                  </a:cubicBezTo>
                  <a:cubicBezTo>
                    <a:pt x="1181689" y="246599"/>
                    <a:pt x="1181689" y="247170"/>
                    <a:pt x="1182006" y="248186"/>
                  </a:cubicBezTo>
                  <a:close/>
                </a:path>
              </a:pathLst>
            </a:custGeom>
            <a:solidFill>
              <a:srgbClr val="F8D237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3" name="Freeform 12">
              <a:extLst>
                <a:ext uri="{FF2B5EF4-FFF2-40B4-BE49-F238E27FC236}">
                  <a16:creationId xmlns:a16="http://schemas.microsoft.com/office/drawing/2014/main" id="{17BA7C41-EA1C-2F4D-90C7-EC472AB85B8A}"/>
                </a:ext>
              </a:extLst>
            </p:cNvPr>
            <p:cNvSpPr/>
            <p:nvPr/>
          </p:nvSpPr>
          <p:spPr>
            <a:xfrm>
              <a:off x="8136202" y="2367285"/>
              <a:ext cx="2929188" cy="4490714"/>
            </a:xfrm>
            <a:custGeom>
              <a:avLst/>
              <a:gdLst>
                <a:gd name="connsiteX0" fmla="*/ 275717 w 381000"/>
                <a:gd name="connsiteY0" fmla="*/ 292862 h 584200"/>
                <a:gd name="connsiteX1" fmla="*/ 0 w 381000"/>
                <a:gd name="connsiteY1" fmla="*/ 762 h 584200"/>
                <a:gd name="connsiteX2" fmla="*/ 5779 w 381000"/>
                <a:gd name="connsiteY2" fmla="*/ 0 h 584200"/>
                <a:gd name="connsiteX3" fmla="*/ 65532 w 381000"/>
                <a:gd name="connsiteY3" fmla="*/ 0 h 584200"/>
                <a:gd name="connsiteX4" fmla="*/ 73089 w 381000"/>
                <a:gd name="connsiteY4" fmla="*/ 4191 h 584200"/>
                <a:gd name="connsiteX5" fmla="*/ 202629 w 381000"/>
                <a:gd name="connsiteY5" fmla="*/ 164973 h 584200"/>
                <a:gd name="connsiteX6" fmla="*/ 377889 w 381000"/>
                <a:gd name="connsiteY6" fmla="*/ 290449 h 584200"/>
                <a:gd name="connsiteX7" fmla="*/ 381318 w 381000"/>
                <a:gd name="connsiteY7" fmla="*/ 292481 h 584200"/>
                <a:gd name="connsiteX8" fmla="*/ 340043 w 381000"/>
                <a:gd name="connsiteY8" fmla="*/ 317881 h 584200"/>
                <a:gd name="connsiteX9" fmla="*/ 126238 w 381000"/>
                <a:gd name="connsiteY9" fmla="*/ 500698 h 584200"/>
                <a:gd name="connsiteX10" fmla="*/ 74358 w 381000"/>
                <a:gd name="connsiteY10" fmla="*/ 579120 h 584200"/>
                <a:gd name="connsiteX11" fmla="*/ 65024 w 381000"/>
                <a:gd name="connsiteY11" fmla="*/ 584708 h 584200"/>
                <a:gd name="connsiteX12" fmla="*/ 0 w 381000"/>
                <a:gd name="connsiteY12" fmla="*/ 584708 h 584200"/>
                <a:gd name="connsiteX13" fmla="*/ 275717 w 381000"/>
                <a:gd name="connsiteY13" fmla="*/ 292862 h 584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81000" h="584200">
                  <a:moveTo>
                    <a:pt x="275717" y="292862"/>
                  </a:moveTo>
                  <a:cubicBezTo>
                    <a:pt x="157290" y="220155"/>
                    <a:pt x="68517" y="120840"/>
                    <a:pt x="0" y="762"/>
                  </a:cubicBezTo>
                  <a:cubicBezTo>
                    <a:pt x="1912" y="408"/>
                    <a:pt x="3840" y="154"/>
                    <a:pt x="5779" y="0"/>
                  </a:cubicBezTo>
                  <a:cubicBezTo>
                    <a:pt x="25654" y="0"/>
                    <a:pt x="45593" y="0"/>
                    <a:pt x="65532" y="0"/>
                  </a:cubicBezTo>
                  <a:cubicBezTo>
                    <a:pt x="68552" y="194"/>
                    <a:pt x="71325" y="1732"/>
                    <a:pt x="73089" y="4191"/>
                  </a:cubicBezTo>
                  <a:cubicBezTo>
                    <a:pt x="105855" y="66230"/>
                    <a:pt x="150940" y="118491"/>
                    <a:pt x="202629" y="164973"/>
                  </a:cubicBezTo>
                  <a:cubicBezTo>
                    <a:pt x="256618" y="212664"/>
                    <a:pt x="315344" y="254708"/>
                    <a:pt x="377889" y="290449"/>
                  </a:cubicBezTo>
                  <a:lnTo>
                    <a:pt x="381318" y="292481"/>
                  </a:lnTo>
                  <a:cubicBezTo>
                    <a:pt x="367221" y="301180"/>
                    <a:pt x="353568" y="309372"/>
                    <a:pt x="340043" y="317881"/>
                  </a:cubicBezTo>
                  <a:cubicBezTo>
                    <a:pt x="260224" y="368681"/>
                    <a:pt x="186246" y="426593"/>
                    <a:pt x="126238" y="500698"/>
                  </a:cubicBezTo>
                  <a:cubicBezTo>
                    <a:pt x="106331" y="525012"/>
                    <a:pt x="88949" y="551288"/>
                    <a:pt x="74358" y="579120"/>
                  </a:cubicBezTo>
                  <a:cubicBezTo>
                    <a:pt x="72939" y="582938"/>
                    <a:pt x="69060" y="585261"/>
                    <a:pt x="65024" y="584708"/>
                  </a:cubicBezTo>
                  <a:cubicBezTo>
                    <a:pt x="43879" y="584391"/>
                    <a:pt x="22733" y="584708"/>
                    <a:pt x="0" y="584708"/>
                  </a:cubicBezTo>
                  <a:cubicBezTo>
                    <a:pt x="68517" y="464693"/>
                    <a:pt x="157862" y="365951"/>
                    <a:pt x="275717" y="292862"/>
                  </a:cubicBezTo>
                  <a:close/>
                </a:path>
              </a:pathLst>
            </a:custGeom>
            <a:solidFill>
              <a:srgbClr val="F8D237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5" name="Freeform 14">
              <a:extLst>
                <a:ext uri="{FF2B5EF4-FFF2-40B4-BE49-F238E27FC236}">
                  <a16:creationId xmlns:a16="http://schemas.microsoft.com/office/drawing/2014/main" id="{2F450B4C-241D-A544-BBEF-175E01D6A139}"/>
                </a:ext>
              </a:extLst>
            </p:cNvPr>
            <p:cNvSpPr/>
            <p:nvPr userDrawn="1"/>
          </p:nvSpPr>
          <p:spPr>
            <a:xfrm flipV="1">
              <a:off x="-467" y="4951389"/>
              <a:ext cx="9087449" cy="1912558"/>
            </a:xfrm>
            <a:custGeom>
              <a:avLst/>
              <a:gdLst>
                <a:gd name="connsiteX0" fmla="*/ 749871 w 749300"/>
                <a:gd name="connsiteY0" fmla="*/ 248186 h 247650"/>
                <a:gd name="connsiteX1" fmla="*/ 0 w 749300"/>
                <a:gd name="connsiteY1" fmla="*/ 248186 h 247650"/>
                <a:gd name="connsiteX2" fmla="*/ 0 w 749300"/>
                <a:gd name="connsiteY2" fmla="*/ 192497 h 247650"/>
                <a:gd name="connsiteX3" fmla="*/ 603885 w 749300"/>
                <a:gd name="connsiteY3" fmla="*/ 192497 h 247650"/>
                <a:gd name="connsiteX4" fmla="*/ 457200 w 749300"/>
                <a:gd name="connsiteY4" fmla="*/ 219 h 247650"/>
                <a:gd name="connsiteX5" fmla="*/ 515239 w 749300"/>
                <a:gd name="connsiteY5" fmla="*/ 219 h 247650"/>
                <a:gd name="connsiteX6" fmla="*/ 535495 w 749300"/>
                <a:gd name="connsiteY6" fmla="*/ 12347 h 247650"/>
                <a:gd name="connsiteX7" fmla="*/ 600011 w 749300"/>
                <a:gd name="connsiteY7" fmla="*/ 105057 h 247650"/>
                <a:gd name="connsiteX8" fmla="*/ 744030 w 749300"/>
                <a:gd name="connsiteY8" fmla="*/ 242090 h 247650"/>
                <a:gd name="connsiteX9" fmla="*/ 749236 w 749300"/>
                <a:gd name="connsiteY9" fmla="*/ 246535 h 247650"/>
                <a:gd name="connsiteX10" fmla="*/ 749871 w 749300"/>
                <a:gd name="connsiteY10" fmla="*/ 248186 h 247650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806"/>
                <a:gd name="connsiteX1" fmla="*/ 62 w 1182006"/>
                <a:gd name="connsiteY1" fmla="*/ 248806 h 248806"/>
                <a:gd name="connsiteX2" fmla="*/ 0 w 1182006"/>
                <a:gd name="connsiteY2" fmla="*/ 192497 h 248806"/>
                <a:gd name="connsiteX3" fmla="*/ 1036020 w 1182006"/>
                <a:gd name="connsiteY3" fmla="*/ 192497 h 248806"/>
                <a:gd name="connsiteX4" fmla="*/ 889335 w 1182006"/>
                <a:gd name="connsiteY4" fmla="*/ 219 h 248806"/>
                <a:gd name="connsiteX5" fmla="*/ 947374 w 1182006"/>
                <a:gd name="connsiteY5" fmla="*/ 219 h 248806"/>
                <a:gd name="connsiteX6" fmla="*/ 967630 w 1182006"/>
                <a:gd name="connsiteY6" fmla="*/ 12347 h 248806"/>
                <a:gd name="connsiteX7" fmla="*/ 1032146 w 1182006"/>
                <a:gd name="connsiteY7" fmla="*/ 105057 h 248806"/>
                <a:gd name="connsiteX8" fmla="*/ 1176165 w 1182006"/>
                <a:gd name="connsiteY8" fmla="*/ 242090 h 248806"/>
                <a:gd name="connsiteX9" fmla="*/ 1181371 w 1182006"/>
                <a:gd name="connsiteY9" fmla="*/ 246535 h 248806"/>
                <a:gd name="connsiteX10" fmla="*/ 1182006 w 1182006"/>
                <a:gd name="connsiteY10" fmla="*/ 248186 h 2488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82006" h="248806">
                  <a:moveTo>
                    <a:pt x="1182006" y="248186"/>
                  </a:moveTo>
                  <a:lnTo>
                    <a:pt x="62" y="248806"/>
                  </a:lnTo>
                  <a:cubicBezTo>
                    <a:pt x="41" y="230036"/>
                    <a:pt x="21" y="211267"/>
                    <a:pt x="0" y="192497"/>
                  </a:cubicBezTo>
                  <a:lnTo>
                    <a:pt x="1036020" y="192497"/>
                  </a:lnTo>
                  <a:cubicBezTo>
                    <a:pt x="978171" y="134140"/>
                    <a:pt x="924895" y="74768"/>
                    <a:pt x="889335" y="219"/>
                  </a:cubicBezTo>
                  <a:cubicBezTo>
                    <a:pt x="909718" y="219"/>
                    <a:pt x="928578" y="854"/>
                    <a:pt x="947374" y="219"/>
                  </a:cubicBezTo>
                  <a:cubicBezTo>
                    <a:pt x="956166" y="-1141"/>
                    <a:pt x="964678" y="3956"/>
                    <a:pt x="967630" y="12347"/>
                  </a:cubicBezTo>
                  <a:cubicBezTo>
                    <a:pt x="985192" y="45816"/>
                    <a:pt x="1006865" y="76961"/>
                    <a:pt x="1032146" y="105057"/>
                  </a:cubicBezTo>
                  <a:cubicBezTo>
                    <a:pt x="1075774" y="155126"/>
                    <a:pt x="1123990" y="201004"/>
                    <a:pt x="1176165" y="242090"/>
                  </a:cubicBezTo>
                  <a:cubicBezTo>
                    <a:pt x="1177943" y="243551"/>
                    <a:pt x="1179720" y="245011"/>
                    <a:pt x="1181371" y="246535"/>
                  </a:cubicBezTo>
                  <a:cubicBezTo>
                    <a:pt x="1181689" y="246599"/>
                    <a:pt x="1181689" y="247170"/>
                    <a:pt x="1182006" y="248186"/>
                  </a:cubicBezTo>
                  <a:close/>
                </a:path>
              </a:pathLst>
            </a:custGeom>
            <a:solidFill>
              <a:srgbClr val="F8D237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</p:spTree>
    <p:extLst>
      <p:ext uri="{BB962C8B-B14F-4D97-AF65-F5344CB8AC3E}">
        <p14:creationId xmlns:p14="http://schemas.microsoft.com/office/powerpoint/2010/main" val="122356146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Text Slide - With side bar C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 userDrawn="1"/>
        </p:nvSpPr>
        <p:spPr>
          <a:xfrm>
            <a:off x="-1" y="0"/>
            <a:ext cx="4070352" cy="6858000"/>
          </a:xfrm>
          <a:prstGeom prst="rect">
            <a:avLst/>
          </a:prstGeom>
          <a:solidFill>
            <a:srgbClr val="F3622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bg1"/>
              </a:solidFill>
            </a:endParaRPr>
          </a:p>
        </p:txBody>
      </p:sp>
      <p:sp>
        <p:nvSpPr>
          <p:cNvPr id="8" name="Text Placeholder 2"/>
          <p:cNvSpPr>
            <a:spLocks noGrp="1"/>
          </p:cNvSpPr>
          <p:nvPr>
            <p:ph type="body" sz="quarter" idx="10" hasCustomPrompt="1"/>
          </p:nvPr>
        </p:nvSpPr>
        <p:spPr>
          <a:xfrm>
            <a:off x="384784" y="1349984"/>
            <a:ext cx="3443732" cy="2751998"/>
          </a:xfrm>
        </p:spPr>
        <p:txBody>
          <a:bodyPr/>
          <a:lstStyle>
            <a:lvl1pPr marL="0" indent="0">
              <a:lnSpc>
                <a:spcPct val="90000"/>
              </a:lnSpc>
              <a:spcAft>
                <a:spcPts val="0"/>
              </a:spcAft>
              <a:buFont typeface="Arial" panose="020B0604020202020204" pitchFamily="34" charset="0"/>
              <a:buNone/>
              <a:defRPr sz="3600" cap="all" spc="60" baseline="0">
                <a:solidFill>
                  <a:schemeClr val="bg1"/>
                </a:solidFill>
                <a:latin typeface="Krana Fat B" panose="00000B00000000000000" pitchFamily="50" charset="0"/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slide title to sit here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15" hasCustomPrompt="1"/>
          </p:nvPr>
        </p:nvSpPr>
        <p:spPr>
          <a:xfrm>
            <a:off x="5037138" y="1349984"/>
            <a:ext cx="5803900" cy="4094163"/>
          </a:xfrm>
        </p:spPr>
        <p:txBody>
          <a:bodyPr/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2000" b="0"/>
            </a:lvl1pPr>
            <a:lvl2pPr marL="180000" indent="-180000">
              <a:buFont typeface="Arial" panose="020B0604020202020204" pitchFamily="34" charset="0"/>
              <a:buChar char="•"/>
              <a:defRPr sz="2000"/>
            </a:lvl2pPr>
            <a:lvl3pPr marL="180000" indent="-180000">
              <a:buFont typeface="Arial" panose="020B0604020202020204" pitchFamily="34" charset="0"/>
              <a:buChar char="•"/>
              <a:defRPr/>
            </a:lvl3pPr>
            <a:lvl4pPr marL="180000" indent="-180000">
              <a:buFont typeface="Arial" panose="020B0604020202020204" pitchFamily="34" charset="0"/>
              <a:buChar char="•"/>
              <a:defRPr/>
            </a:lvl4pPr>
            <a:lvl5pPr marL="180000" indent="-180000"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consectetuer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</a:t>
            </a:r>
            <a:r>
              <a:rPr lang="en-US" dirty="0" err="1"/>
              <a:t>sed</a:t>
            </a:r>
            <a:r>
              <a:rPr lang="en-US" dirty="0"/>
              <a:t> </a:t>
            </a:r>
            <a:r>
              <a:rPr lang="en-US" dirty="0" err="1"/>
              <a:t>diam</a:t>
            </a:r>
            <a:r>
              <a:rPr lang="en-US" dirty="0"/>
              <a:t> </a:t>
            </a:r>
            <a:r>
              <a:rPr lang="en-US" dirty="0" err="1"/>
              <a:t>nonummy</a:t>
            </a:r>
            <a:r>
              <a:rPr lang="en-US" dirty="0"/>
              <a:t> </a:t>
            </a:r>
            <a:r>
              <a:rPr lang="en-US" dirty="0" err="1"/>
              <a:t>nibh</a:t>
            </a:r>
            <a:r>
              <a:rPr lang="en-US" dirty="0"/>
              <a:t> </a:t>
            </a:r>
            <a:r>
              <a:rPr lang="en-US" dirty="0" err="1"/>
              <a:t>laoreet</a:t>
            </a:r>
            <a:r>
              <a:rPr lang="en-US" dirty="0"/>
              <a:t> </a:t>
            </a:r>
            <a:r>
              <a:rPr lang="en-US" dirty="0" err="1"/>
              <a:t>dolore</a:t>
            </a:r>
            <a:r>
              <a:rPr lang="en-US" dirty="0"/>
              <a:t> magna.</a:t>
            </a:r>
          </a:p>
          <a:p>
            <a:pPr lvl="1"/>
            <a:r>
              <a:rPr lang="en-US" dirty="0"/>
              <a:t>Second level</a:t>
            </a:r>
          </a:p>
        </p:txBody>
      </p:sp>
      <p:grpSp>
        <p:nvGrpSpPr>
          <p:cNvPr id="4" name="Group 3"/>
          <p:cNvGrpSpPr/>
          <p:nvPr userDrawn="1"/>
        </p:nvGrpSpPr>
        <p:grpSpPr>
          <a:xfrm>
            <a:off x="-1717" y="4568506"/>
            <a:ext cx="4628886" cy="1406446"/>
            <a:chOff x="-1717" y="4568506"/>
            <a:chExt cx="4628886" cy="1406446"/>
          </a:xfrm>
        </p:grpSpPr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2F450B4C-241D-A544-BBEF-175E01D6A139}"/>
                </a:ext>
              </a:extLst>
            </p:cNvPr>
            <p:cNvSpPr/>
            <p:nvPr userDrawn="1"/>
          </p:nvSpPr>
          <p:spPr>
            <a:xfrm>
              <a:off x="-1717" y="4568506"/>
              <a:ext cx="4004222" cy="595385"/>
            </a:xfrm>
            <a:custGeom>
              <a:avLst/>
              <a:gdLst>
                <a:gd name="connsiteX0" fmla="*/ 749871 w 749300"/>
                <a:gd name="connsiteY0" fmla="*/ 248186 h 247650"/>
                <a:gd name="connsiteX1" fmla="*/ 0 w 749300"/>
                <a:gd name="connsiteY1" fmla="*/ 248186 h 247650"/>
                <a:gd name="connsiteX2" fmla="*/ 0 w 749300"/>
                <a:gd name="connsiteY2" fmla="*/ 192497 h 247650"/>
                <a:gd name="connsiteX3" fmla="*/ 603885 w 749300"/>
                <a:gd name="connsiteY3" fmla="*/ 192497 h 247650"/>
                <a:gd name="connsiteX4" fmla="*/ 457200 w 749300"/>
                <a:gd name="connsiteY4" fmla="*/ 219 h 247650"/>
                <a:gd name="connsiteX5" fmla="*/ 515239 w 749300"/>
                <a:gd name="connsiteY5" fmla="*/ 219 h 247650"/>
                <a:gd name="connsiteX6" fmla="*/ 535495 w 749300"/>
                <a:gd name="connsiteY6" fmla="*/ 12347 h 247650"/>
                <a:gd name="connsiteX7" fmla="*/ 600011 w 749300"/>
                <a:gd name="connsiteY7" fmla="*/ 105057 h 247650"/>
                <a:gd name="connsiteX8" fmla="*/ 744030 w 749300"/>
                <a:gd name="connsiteY8" fmla="*/ 242090 h 247650"/>
                <a:gd name="connsiteX9" fmla="*/ 749236 w 749300"/>
                <a:gd name="connsiteY9" fmla="*/ 246535 h 247650"/>
                <a:gd name="connsiteX10" fmla="*/ 749871 w 749300"/>
                <a:gd name="connsiteY10" fmla="*/ 248186 h 247650"/>
                <a:gd name="connsiteX0" fmla="*/ 1670881 w 1670881"/>
                <a:gd name="connsiteY0" fmla="*/ 248186 h 248186"/>
                <a:gd name="connsiteX1" fmla="*/ 921010 w 1670881"/>
                <a:gd name="connsiteY1" fmla="*/ 248186 h 248186"/>
                <a:gd name="connsiteX2" fmla="*/ 0 w 1670881"/>
                <a:gd name="connsiteY2" fmla="*/ 192497 h 248186"/>
                <a:gd name="connsiteX3" fmla="*/ 1524895 w 1670881"/>
                <a:gd name="connsiteY3" fmla="*/ 192497 h 248186"/>
                <a:gd name="connsiteX4" fmla="*/ 1378210 w 1670881"/>
                <a:gd name="connsiteY4" fmla="*/ 219 h 248186"/>
                <a:gd name="connsiteX5" fmla="*/ 1436249 w 1670881"/>
                <a:gd name="connsiteY5" fmla="*/ 219 h 248186"/>
                <a:gd name="connsiteX6" fmla="*/ 1456505 w 1670881"/>
                <a:gd name="connsiteY6" fmla="*/ 12347 h 248186"/>
                <a:gd name="connsiteX7" fmla="*/ 1521021 w 1670881"/>
                <a:gd name="connsiteY7" fmla="*/ 105057 h 248186"/>
                <a:gd name="connsiteX8" fmla="*/ 1665040 w 1670881"/>
                <a:gd name="connsiteY8" fmla="*/ 242090 h 248186"/>
                <a:gd name="connsiteX9" fmla="*/ 1670246 w 1670881"/>
                <a:gd name="connsiteY9" fmla="*/ 246535 h 248186"/>
                <a:gd name="connsiteX10" fmla="*/ 1670881 w 1670881"/>
                <a:gd name="connsiteY10" fmla="*/ 248186 h 248186"/>
                <a:gd name="connsiteX0" fmla="*/ 1670881 w 1670881"/>
                <a:gd name="connsiteY0" fmla="*/ 248186 h 248186"/>
                <a:gd name="connsiteX1" fmla="*/ 1324 w 1670881"/>
                <a:gd name="connsiteY1" fmla="*/ 248186 h 248186"/>
                <a:gd name="connsiteX2" fmla="*/ 0 w 1670881"/>
                <a:gd name="connsiteY2" fmla="*/ 192497 h 248186"/>
                <a:gd name="connsiteX3" fmla="*/ 1524895 w 1670881"/>
                <a:gd name="connsiteY3" fmla="*/ 192497 h 248186"/>
                <a:gd name="connsiteX4" fmla="*/ 1378210 w 1670881"/>
                <a:gd name="connsiteY4" fmla="*/ 219 h 248186"/>
                <a:gd name="connsiteX5" fmla="*/ 1436249 w 1670881"/>
                <a:gd name="connsiteY5" fmla="*/ 219 h 248186"/>
                <a:gd name="connsiteX6" fmla="*/ 1456505 w 1670881"/>
                <a:gd name="connsiteY6" fmla="*/ 12347 h 248186"/>
                <a:gd name="connsiteX7" fmla="*/ 1521021 w 1670881"/>
                <a:gd name="connsiteY7" fmla="*/ 105057 h 248186"/>
                <a:gd name="connsiteX8" fmla="*/ 1665040 w 1670881"/>
                <a:gd name="connsiteY8" fmla="*/ 242090 h 248186"/>
                <a:gd name="connsiteX9" fmla="*/ 1670246 w 1670881"/>
                <a:gd name="connsiteY9" fmla="*/ 246535 h 248186"/>
                <a:gd name="connsiteX10" fmla="*/ 1670881 w 1670881"/>
                <a:gd name="connsiteY10" fmla="*/ 248186 h 248186"/>
                <a:gd name="connsiteX0" fmla="*/ 1669638 w 1669638"/>
                <a:gd name="connsiteY0" fmla="*/ 248186 h 248186"/>
                <a:gd name="connsiteX1" fmla="*/ 81 w 1669638"/>
                <a:gd name="connsiteY1" fmla="*/ 248186 h 248186"/>
                <a:gd name="connsiteX2" fmla="*/ 742 w 1669638"/>
                <a:gd name="connsiteY2" fmla="*/ 192497 h 248186"/>
                <a:gd name="connsiteX3" fmla="*/ 1523652 w 1669638"/>
                <a:gd name="connsiteY3" fmla="*/ 192497 h 248186"/>
                <a:gd name="connsiteX4" fmla="*/ 1376967 w 1669638"/>
                <a:gd name="connsiteY4" fmla="*/ 219 h 248186"/>
                <a:gd name="connsiteX5" fmla="*/ 1435006 w 1669638"/>
                <a:gd name="connsiteY5" fmla="*/ 219 h 248186"/>
                <a:gd name="connsiteX6" fmla="*/ 1455262 w 1669638"/>
                <a:gd name="connsiteY6" fmla="*/ 12347 h 248186"/>
                <a:gd name="connsiteX7" fmla="*/ 1519778 w 1669638"/>
                <a:gd name="connsiteY7" fmla="*/ 105057 h 248186"/>
                <a:gd name="connsiteX8" fmla="*/ 1663797 w 1669638"/>
                <a:gd name="connsiteY8" fmla="*/ 242090 h 248186"/>
                <a:gd name="connsiteX9" fmla="*/ 1669003 w 1669638"/>
                <a:gd name="connsiteY9" fmla="*/ 246535 h 248186"/>
                <a:gd name="connsiteX10" fmla="*/ 1669638 w 1669638"/>
                <a:gd name="connsiteY10" fmla="*/ 248186 h 248186"/>
                <a:gd name="connsiteX0" fmla="*/ 1668896 w 1668896"/>
                <a:gd name="connsiteY0" fmla="*/ 248186 h 248186"/>
                <a:gd name="connsiteX1" fmla="*/ 331 w 1668896"/>
                <a:gd name="connsiteY1" fmla="*/ 247193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  <a:gd name="connsiteX0" fmla="*/ 1669638 w 1669638"/>
                <a:gd name="connsiteY0" fmla="*/ 248186 h 248186"/>
                <a:gd name="connsiteX1" fmla="*/ 80 w 1669638"/>
                <a:gd name="connsiteY1" fmla="*/ 247193 h 248186"/>
                <a:gd name="connsiteX2" fmla="*/ 742 w 1669638"/>
                <a:gd name="connsiteY2" fmla="*/ 192497 h 248186"/>
                <a:gd name="connsiteX3" fmla="*/ 1523652 w 1669638"/>
                <a:gd name="connsiteY3" fmla="*/ 192497 h 248186"/>
                <a:gd name="connsiteX4" fmla="*/ 1376967 w 1669638"/>
                <a:gd name="connsiteY4" fmla="*/ 219 h 248186"/>
                <a:gd name="connsiteX5" fmla="*/ 1435006 w 1669638"/>
                <a:gd name="connsiteY5" fmla="*/ 219 h 248186"/>
                <a:gd name="connsiteX6" fmla="*/ 1455262 w 1669638"/>
                <a:gd name="connsiteY6" fmla="*/ 12347 h 248186"/>
                <a:gd name="connsiteX7" fmla="*/ 1519778 w 1669638"/>
                <a:gd name="connsiteY7" fmla="*/ 105057 h 248186"/>
                <a:gd name="connsiteX8" fmla="*/ 1663797 w 1669638"/>
                <a:gd name="connsiteY8" fmla="*/ 242090 h 248186"/>
                <a:gd name="connsiteX9" fmla="*/ 1669003 w 1669638"/>
                <a:gd name="connsiteY9" fmla="*/ 246535 h 248186"/>
                <a:gd name="connsiteX10" fmla="*/ 1669638 w 1669638"/>
                <a:gd name="connsiteY10" fmla="*/ 248186 h 248186"/>
                <a:gd name="connsiteX0" fmla="*/ 1668896 w 1668896"/>
                <a:gd name="connsiteY0" fmla="*/ 248186 h 248186"/>
                <a:gd name="connsiteX1" fmla="*/ 331 w 1668896"/>
                <a:gd name="connsiteY1" fmla="*/ 248186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668896" h="248186">
                  <a:moveTo>
                    <a:pt x="1668896" y="248186"/>
                  </a:moveTo>
                  <a:lnTo>
                    <a:pt x="331" y="248186"/>
                  </a:lnTo>
                  <a:cubicBezTo>
                    <a:pt x="-110" y="229623"/>
                    <a:pt x="441" y="211060"/>
                    <a:pt x="0" y="192497"/>
                  </a:cubicBezTo>
                  <a:lnTo>
                    <a:pt x="1522910" y="192497"/>
                  </a:lnTo>
                  <a:cubicBezTo>
                    <a:pt x="1465061" y="134140"/>
                    <a:pt x="1411785" y="74768"/>
                    <a:pt x="1376225" y="219"/>
                  </a:cubicBezTo>
                  <a:cubicBezTo>
                    <a:pt x="1396608" y="219"/>
                    <a:pt x="1415468" y="854"/>
                    <a:pt x="1434264" y="219"/>
                  </a:cubicBezTo>
                  <a:cubicBezTo>
                    <a:pt x="1443056" y="-1141"/>
                    <a:pt x="1451568" y="3956"/>
                    <a:pt x="1454520" y="12347"/>
                  </a:cubicBezTo>
                  <a:cubicBezTo>
                    <a:pt x="1472082" y="45816"/>
                    <a:pt x="1493755" y="76961"/>
                    <a:pt x="1519036" y="105057"/>
                  </a:cubicBezTo>
                  <a:cubicBezTo>
                    <a:pt x="1562664" y="155126"/>
                    <a:pt x="1610880" y="201004"/>
                    <a:pt x="1663055" y="242090"/>
                  </a:cubicBezTo>
                  <a:cubicBezTo>
                    <a:pt x="1664833" y="243551"/>
                    <a:pt x="1666610" y="245011"/>
                    <a:pt x="1668261" y="246535"/>
                  </a:cubicBezTo>
                  <a:cubicBezTo>
                    <a:pt x="1668579" y="246599"/>
                    <a:pt x="1668579" y="247170"/>
                    <a:pt x="1668896" y="248186"/>
                  </a:cubicBezTo>
                  <a:close/>
                </a:path>
              </a:pathLst>
            </a:custGeom>
            <a:solidFill>
              <a:srgbClr val="F8D237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3" name="Freeform 12">
              <a:extLst>
                <a:ext uri="{FF2B5EF4-FFF2-40B4-BE49-F238E27FC236}">
                  <a16:creationId xmlns:a16="http://schemas.microsoft.com/office/drawing/2014/main" id="{17BA7C41-EA1C-2F4D-90C7-EC472AB85B8A}"/>
                </a:ext>
              </a:extLst>
            </p:cNvPr>
            <p:cNvSpPr/>
            <p:nvPr/>
          </p:nvSpPr>
          <p:spPr>
            <a:xfrm>
              <a:off x="3713028" y="4568727"/>
              <a:ext cx="914141" cy="1401463"/>
            </a:xfrm>
            <a:custGeom>
              <a:avLst/>
              <a:gdLst>
                <a:gd name="connsiteX0" fmla="*/ 275717 w 381000"/>
                <a:gd name="connsiteY0" fmla="*/ 292862 h 584200"/>
                <a:gd name="connsiteX1" fmla="*/ 0 w 381000"/>
                <a:gd name="connsiteY1" fmla="*/ 762 h 584200"/>
                <a:gd name="connsiteX2" fmla="*/ 5779 w 381000"/>
                <a:gd name="connsiteY2" fmla="*/ 0 h 584200"/>
                <a:gd name="connsiteX3" fmla="*/ 65532 w 381000"/>
                <a:gd name="connsiteY3" fmla="*/ 0 h 584200"/>
                <a:gd name="connsiteX4" fmla="*/ 73089 w 381000"/>
                <a:gd name="connsiteY4" fmla="*/ 4191 h 584200"/>
                <a:gd name="connsiteX5" fmla="*/ 202629 w 381000"/>
                <a:gd name="connsiteY5" fmla="*/ 164973 h 584200"/>
                <a:gd name="connsiteX6" fmla="*/ 377889 w 381000"/>
                <a:gd name="connsiteY6" fmla="*/ 290449 h 584200"/>
                <a:gd name="connsiteX7" fmla="*/ 381318 w 381000"/>
                <a:gd name="connsiteY7" fmla="*/ 292481 h 584200"/>
                <a:gd name="connsiteX8" fmla="*/ 340043 w 381000"/>
                <a:gd name="connsiteY8" fmla="*/ 317881 h 584200"/>
                <a:gd name="connsiteX9" fmla="*/ 126238 w 381000"/>
                <a:gd name="connsiteY9" fmla="*/ 500698 h 584200"/>
                <a:gd name="connsiteX10" fmla="*/ 74358 w 381000"/>
                <a:gd name="connsiteY10" fmla="*/ 579120 h 584200"/>
                <a:gd name="connsiteX11" fmla="*/ 65024 w 381000"/>
                <a:gd name="connsiteY11" fmla="*/ 584708 h 584200"/>
                <a:gd name="connsiteX12" fmla="*/ 0 w 381000"/>
                <a:gd name="connsiteY12" fmla="*/ 584708 h 584200"/>
                <a:gd name="connsiteX13" fmla="*/ 275717 w 381000"/>
                <a:gd name="connsiteY13" fmla="*/ 292862 h 584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81000" h="584200">
                  <a:moveTo>
                    <a:pt x="275717" y="292862"/>
                  </a:moveTo>
                  <a:cubicBezTo>
                    <a:pt x="157290" y="220155"/>
                    <a:pt x="68517" y="120840"/>
                    <a:pt x="0" y="762"/>
                  </a:cubicBezTo>
                  <a:cubicBezTo>
                    <a:pt x="1912" y="408"/>
                    <a:pt x="3840" y="154"/>
                    <a:pt x="5779" y="0"/>
                  </a:cubicBezTo>
                  <a:cubicBezTo>
                    <a:pt x="25654" y="0"/>
                    <a:pt x="45593" y="0"/>
                    <a:pt x="65532" y="0"/>
                  </a:cubicBezTo>
                  <a:cubicBezTo>
                    <a:pt x="68552" y="194"/>
                    <a:pt x="71325" y="1732"/>
                    <a:pt x="73089" y="4191"/>
                  </a:cubicBezTo>
                  <a:cubicBezTo>
                    <a:pt x="105855" y="66230"/>
                    <a:pt x="150940" y="118491"/>
                    <a:pt x="202629" y="164973"/>
                  </a:cubicBezTo>
                  <a:cubicBezTo>
                    <a:pt x="256618" y="212664"/>
                    <a:pt x="315344" y="254708"/>
                    <a:pt x="377889" y="290449"/>
                  </a:cubicBezTo>
                  <a:lnTo>
                    <a:pt x="381318" y="292481"/>
                  </a:lnTo>
                  <a:cubicBezTo>
                    <a:pt x="367221" y="301180"/>
                    <a:pt x="353568" y="309372"/>
                    <a:pt x="340043" y="317881"/>
                  </a:cubicBezTo>
                  <a:cubicBezTo>
                    <a:pt x="260224" y="368681"/>
                    <a:pt x="186246" y="426593"/>
                    <a:pt x="126238" y="500698"/>
                  </a:cubicBezTo>
                  <a:cubicBezTo>
                    <a:pt x="106331" y="525012"/>
                    <a:pt x="88949" y="551288"/>
                    <a:pt x="74358" y="579120"/>
                  </a:cubicBezTo>
                  <a:cubicBezTo>
                    <a:pt x="72939" y="582938"/>
                    <a:pt x="69060" y="585261"/>
                    <a:pt x="65024" y="584708"/>
                  </a:cubicBezTo>
                  <a:cubicBezTo>
                    <a:pt x="43879" y="584391"/>
                    <a:pt x="22733" y="584708"/>
                    <a:pt x="0" y="584708"/>
                  </a:cubicBezTo>
                  <a:cubicBezTo>
                    <a:pt x="68517" y="464693"/>
                    <a:pt x="157862" y="365951"/>
                    <a:pt x="275717" y="292862"/>
                  </a:cubicBezTo>
                  <a:close/>
                </a:path>
              </a:pathLst>
            </a:custGeom>
            <a:solidFill>
              <a:srgbClr val="F8D237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2F450B4C-241D-A544-BBEF-175E01D6A139}"/>
                </a:ext>
              </a:extLst>
            </p:cNvPr>
            <p:cNvSpPr/>
            <p:nvPr userDrawn="1"/>
          </p:nvSpPr>
          <p:spPr>
            <a:xfrm flipV="1">
              <a:off x="-1717" y="5379567"/>
              <a:ext cx="4004222" cy="595385"/>
            </a:xfrm>
            <a:custGeom>
              <a:avLst/>
              <a:gdLst>
                <a:gd name="connsiteX0" fmla="*/ 749871 w 749300"/>
                <a:gd name="connsiteY0" fmla="*/ 248186 h 247650"/>
                <a:gd name="connsiteX1" fmla="*/ 0 w 749300"/>
                <a:gd name="connsiteY1" fmla="*/ 248186 h 247650"/>
                <a:gd name="connsiteX2" fmla="*/ 0 w 749300"/>
                <a:gd name="connsiteY2" fmla="*/ 192497 h 247650"/>
                <a:gd name="connsiteX3" fmla="*/ 603885 w 749300"/>
                <a:gd name="connsiteY3" fmla="*/ 192497 h 247650"/>
                <a:gd name="connsiteX4" fmla="*/ 457200 w 749300"/>
                <a:gd name="connsiteY4" fmla="*/ 219 h 247650"/>
                <a:gd name="connsiteX5" fmla="*/ 515239 w 749300"/>
                <a:gd name="connsiteY5" fmla="*/ 219 h 247650"/>
                <a:gd name="connsiteX6" fmla="*/ 535495 w 749300"/>
                <a:gd name="connsiteY6" fmla="*/ 12347 h 247650"/>
                <a:gd name="connsiteX7" fmla="*/ 600011 w 749300"/>
                <a:gd name="connsiteY7" fmla="*/ 105057 h 247650"/>
                <a:gd name="connsiteX8" fmla="*/ 744030 w 749300"/>
                <a:gd name="connsiteY8" fmla="*/ 242090 h 247650"/>
                <a:gd name="connsiteX9" fmla="*/ 749236 w 749300"/>
                <a:gd name="connsiteY9" fmla="*/ 246535 h 247650"/>
                <a:gd name="connsiteX10" fmla="*/ 749871 w 749300"/>
                <a:gd name="connsiteY10" fmla="*/ 248186 h 247650"/>
                <a:gd name="connsiteX0" fmla="*/ 1670881 w 1670881"/>
                <a:gd name="connsiteY0" fmla="*/ 248186 h 248186"/>
                <a:gd name="connsiteX1" fmla="*/ 921010 w 1670881"/>
                <a:gd name="connsiteY1" fmla="*/ 248186 h 248186"/>
                <a:gd name="connsiteX2" fmla="*/ 0 w 1670881"/>
                <a:gd name="connsiteY2" fmla="*/ 192497 h 248186"/>
                <a:gd name="connsiteX3" fmla="*/ 1524895 w 1670881"/>
                <a:gd name="connsiteY3" fmla="*/ 192497 h 248186"/>
                <a:gd name="connsiteX4" fmla="*/ 1378210 w 1670881"/>
                <a:gd name="connsiteY4" fmla="*/ 219 h 248186"/>
                <a:gd name="connsiteX5" fmla="*/ 1436249 w 1670881"/>
                <a:gd name="connsiteY5" fmla="*/ 219 h 248186"/>
                <a:gd name="connsiteX6" fmla="*/ 1456505 w 1670881"/>
                <a:gd name="connsiteY6" fmla="*/ 12347 h 248186"/>
                <a:gd name="connsiteX7" fmla="*/ 1521021 w 1670881"/>
                <a:gd name="connsiteY7" fmla="*/ 105057 h 248186"/>
                <a:gd name="connsiteX8" fmla="*/ 1665040 w 1670881"/>
                <a:gd name="connsiteY8" fmla="*/ 242090 h 248186"/>
                <a:gd name="connsiteX9" fmla="*/ 1670246 w 1670881"/>
                <a:gd name="connsiteY9" fmla="*/ 246535 h 248186"/>
                <a:gd name="connsiteX10" fmla="*/ 1670881 w 1670881"/>
                <a:gd name="connsiteY10" fmla="*/ 248186 h 248186"/>
                <a:gd name="connsiteX0" fmla="*/ 1670881 w 1670881"/>
                <a:gd name="connsiteY0" fmla="*/ 248186 h 248186"/>
                <a:gd name="connsiteX1" fmla="*/ 1324 w 1670881"/>
                <a:gd name="connsiteY1" fmla="*/ 248186 h 248186"/>
                <a:gd name="connsiteX2" fmla="*/ 0 w 1670881"/>
                <a:gd name="connsiteY2" fmla="*/ 192497 h 248186"/>
                <a:gd name="connsiteX3" fmla="*/ 1524895 w 1670881"/>
                <a:gd name="connsiteY3" fmla="*/ 192497 h 248186"/>
                <a:gd name="connsiteX4" fmla="*/ 1378210 w 1670881"/>
                <a:gd name="connsiteY4" fmla="*/ 219 h 248186"/>
                <a:gd name="connsiteX5" fmla="*/ 1436249 w 1670881"/>
                <a:gd name="connsiteY5" fmla="*/ 219 h 248186"/>
                <a:gd name="connsiteX6" fmla="*/ 1456505 w 1670881"/>
                <a:gd name="connsiteY6" fmla="*/ 12347 h 248186"/>
                <a:gd name="connsiteX7" fmla="*/ 1521021 w 1670881"/>
                <a:gd name="connsiteY7" fmla="*/ 105057 h 248186"/>
                <a:gd name="connsiteX8" fmla="*/ 1665040 w 1670881"/>
                <a:gd name="connsiteY8" fmla="*/ 242090 h 248186"/>
                <a:gd name="connsiteX9" fmla="*/ 1670246 w 1670881"/>
                <a:gd name="connsiteY9" fmla="*/ 246535 h 248186"/>
                <a:gd name="connsiteX10" fmla="*/ 1670881 w 1670881"/>
                <a:gd name="connsiteY10" fmla="*/ 248186 h 248186"/>
                <a:gd name="connsiteX0" fmla="*/ 1669638 w 1669638"/>
                <a:gd name="connsiteY0" fmla="*/ 248186 h 248186"/>
                <a:gd name="connsiteX1" fmla="*/ 81 w 1669638"/>
                <a:gd name="connsiteY1" fmla="*/ 248186 h 248186"/>
                <a:gd name="connsiteX2" fmla="*/ 742 w 1669638"/>
                <a:gd name="connsiteY2" fmla="*/ 192497 h 248186"/>
                <a:gd name="connsiteX3" fmla="*/ 1523652 w 1669638"/>
                <a:gd name="connsiteY3" fmla="*/ 192497 h 248186"/>
                <a:gd name="connsiteX4" fmla="*/ 1376967 w 1669638"/>
                <a:gd name="connsiteY4" fmla="*/ 219 h 248186"/>
                <a:gd name="connsiteX5" fmla="*/ 1435006 w 1669638"/>
                <a:gd name="connsiteY5" fmla="*/ 219 h 248186"/>
                <a:gd name="connsiteX6" fmla="*/ 1455262 w 1669638"/>
                <a:gd name="connsiteY6" fmla="*/ 12347 h 248186"/>
                <a:gd name="connsiteX7" fmla="*/ 1519778 w 1669638"/>
                <a:gd name="connsiteY7" fmla="*/ 105057 h 248186"/>
                <a:gd name="connsiteX8" fmla="*/ 1663797 w 1669638"/>
                <a:gd name="connsiteY8" fmla="*/ 242090 h 248186"/>
                <a:gd name="connsiteX9" fmla="*/ 1669003 w 1669638"/>
                <a:gd name="connsiteY9" fmla="*/ 246535 h 248186"/>
                <a:gd name="connsiteX10" fmla="*/ 1669638 w 1669638"/>
                <a:gd name="connsiteY10" fmla="*/ 248186 h 248186"/>
                <a:gd name="connsiteX0" fmla="*/ 1668896 w 1668896"/>
                <a:gd name="connsiteY0" fmla="*/ 248186 h 248186"/>
                <a:gd name="connsiteX1" fmla="*/ 331 w 1668896"/>
                <a:gd name="connsiteY1" fmla="*/ 247193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  <a:gd name="connsiteX0" fmla="*/ 1669638 w 1669638"/>
                <a:gd name="connsiteY0" fmla="*/ 248186 h 248186"/>
                <a:gd name="connsiteX1" fmla="*/ 80 w 1669638"/>
                <a:gd name="connsiteY1" fmla="*/ 247193 h 248186"/>
                <a:gd name="connsiteX2" fmla="*/ 742 w 1669638"/>
                <a:gd name="connsiteY2" fmla="*/ 192497 h 248186"/>
                <a:gd name="connsiteX3" fmla="*/ 1523652 w 1669638"/>
                <a:gd name="connsiteY3" fmla="*/ 192497 h 248186"/>
                <a:gd name="connsiteX4" fmla="*/ 1376967 w 1669638"/>
                <a:gd name="connsiteY4" fmla="*/ 219 h 248186"/>
                <a:gd name="connsiteX5" fmla="*/ 1435006 w 1669638"/>
                <a:gd name="connsiteY5" fmla="*/ 219 h 248186"/>
                <a:gd name="connsiteX6" fmla="*/ 1455262 w 1669638"/>
                <a:gd name="connsiteY6" fmla="*/ 12347 h 248186"/>
                <a:gd name="connsiteX7" fmla="*/ 1519778 w 1669638"/>
                <a:gd name="connsiteY7" fmla="*/ 105057 h 248186"/>
                <a:gd name="connsiteX8" fmla="*/ 1663797 w 1669638"/>
                <a:gd name="connsiteY8" fmla="*/ 242090 h 248186"/>
                <a:gd name="connsiteX9" fmla="*/ 1669003 w 1669638"/>
                <a:gd name="connsiteY9" fmla="*/ 246535 h 248186"/>
                <a:gd name="connsiteX10" fmla="*/ 1669638 w 1669638"/>
                <a:gd name="connsiteY10" fmla="*/ 248186 h 248186"/>
                <a:gd name="connsiteX0" fmla="*/ 1668896 w 1668896"/>
                <a:gd name="connsiteY0" fmla="*/ 248186 h 248186"/>
                <a:gd name="connsiteX1" fmla="*/ 331 w 1668896"/>
                <a:gd name="connsiteY1" fmla="*/ 248186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668896" h="248186">
                  <a:moveTo>
                    <a:pt x="1668896" y="248186"/>
                  </a:moveTo>
                  <a:lnTo>
                    <a:pt x="331" y="248186"/>
                  </a:lnTo>
                  <a:cubicBezTo>
                    <a:pt x="-110" y="229623"/>
                    <a:pt x="441" y="211060"/>
                    <a:pt x="0" y="192497"/>
                  </a:cubicBezTo>
                  <a:lnTo>
                    <a:pt x="1522910" y="192497"/>
                  </a:lnTo>
                  <a:cubicBezTo>
                    <a:pt x="1465061" y="134140"/>
                    <a:pt x="1411785" y="74768"/>
                    <a:pt x="1376225" y="219"/>
                  </a:cubicBezTo>
                  <a:cubicBezTo>
                    <a:pt x="1396608" y="219"/>
                    <a:pt x="1415468" y="854"/>
                    <a:pt x="1434264" y="219"/>
                  </a:cubicBezTo>
                  <a:cubicBezTo>
                    <a:pt x="1443056" y="-1141"/>
                    <a:pt x="1451568" y="3956"/>
                    <a:pt x="1454520" y="12347"/>
                  </a:cubicBezTo>
                  <a:cubicBezTo>
                    <a:pt x="1472082" y="45816"/>
                    <a:pt x="1493755" y="76961"/>
                    <a:pt x="1519036" y="105057"/>
                  </a:cubicBezTo>
                  <a:cubicBezTo>
                    <a:pt x="1562664" y="155126"/>
                    <a:pt x="1610880" y="201004"/>
                    <a:pt x="1663055" y="242090"/>
                  </a:cubicBezTo>
                  <a:cubicBezTo>
                    <a:pt x="1664833" y="243551"/>
                    <a:pt x="1666610" y="245011"/>
                    <a:pt x="1668261" y="246535"/>
                  </a:cubicBezTo>
                  <a:cubicBezTo>
                    <a:pt x="1668579" y="246599"/>
                    <a:pt x="1668579" y="247170"/>
                    <a:pt x="1668896" y="248186"/>
                  </a:cubicBezTo>
                  <a:close/>
                </a:path>
              </a:pathLst>
            </a:custGeom>
            <a:solidFill>
              <a:srgbClr val="F8D237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</p:spTree>
    <p:extLst>
      <p:ext uri="{BB962C8B-B14F-4D97-AF65-F5344CB8AC3E}">
        <p14:creationId xmlns:p14="http://schemas.microsoft.com/office/powerpoint/2010/main" val="99891891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45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ext Slide 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2"/>
          <p:cNvSpPr>
            <a:spLocks noGrp="1"/>
          </p:cNvSpPr>
          <p:nvPr>
            <p:ph type="body" sz="quarter" idx="10" hasCustomPrompt="1"/>
          </p:nvPr>
        </p:nvSpPr>
        <p:spPr>
          <a:xfrm>
            <a:off x="384784" y="1242034"/>
            <a:ext cx="3694112" cy="2917842"/>
          </a:xfrm>
        </p:spPr>
        <p:txBody>
          <a:bodyPr anchor="b"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3600" cap="none" baseline="0">
                <a:latin typeface="Krana Fat B" panose="00000B00000000000000" pitchFamily="50" charset="0"/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Click to </a:t>
            </a:r>
            <a:br>
              <a:rPr lang="en-US" dirty="0"/>
            </a:br>
            <a:r>
              <a:rPr lang="en-US" dirty="0"/>
              <a:t>edit slide title</a:t>
            </a:r>
          </a:p>
        </p:txBody>
      </p:sp>
      <p:sp>
        <p:nvSpPr>
          <p:cNvPr id="16" name="Text Placeholder 4"/>
          <p:cNvSpPr>
            <a:spLocks noGrp="1"/>
          </p:cNvSpPr>
          <p:nvPr>
            <p:ph type="body" sz="quarter" idx="11" hasCustomPrompt="1"/>
          </p:nvPr>
        </p:nvSpPr>
        <p:spPr>
          <a:xfrm>
            <a:off x="6098146" y="579549"/>
            <a:ext cx="5718225" cy="5899039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2000" b="0"/>
            </a:lvl1pPr>
            <a:lvl2pPr marL="180000" marR="0" indent="-1800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Pct val="125000"/>
              <a:buFont typeface="Arial" panose="020B0604020202020204" pitchFamily="34" charset="0"/>
              <a:buChar char="•"/>
              <a:tabLst/>
              <a:defRPr sz="2000"/>
            </a:lvl2pPr>
            <a:lvl3pPr marL="180000" indent="-180000">
              <a:buFont typeface="Arial" panose="020B0604020202020204" pitchFamily="34" charset="0"/>
              <a:buChar char="•"/>
              <a:defRPr sz="2000"/>
            </a:lvl3pPr>
            <a:lvl4pPr marL="180000" indent="-180000">
              <a:buFont typeface="Arial" panose="020B0604020202020204" pitchFamily="34" charset="0"/>
              <a:buChar char="•"/>
              <a:defRPr/>
            </a:lvl4pPr>
            <a:lvl5pPr marL="180000" indent="-180000"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 dirty="0"/>
              <a:t>Edit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2"/>
            <a:r>
              <a:rPr lang="en-GB" dirty="0"/>
              <a:t>Fourth level</a:t>
            </a:r>
          </a:p>
          <a:p>
            <a:pPr lvl="2"/>
            <a:r>
              <a:rPr lang="en-GB" dirty="0"/>
              <a:t>Fifth level</a:t>
            </a:r>
          </a:p>
        </p:txBody>
      </p:sp>
      <p:grpSp>
        <p:nvGrpSpPr>
          <p:cNvPr id="28" name="Group 27"/>
          <p:cNvGrpSpPr/>
          <p:nvPr userDrawn="1"/>
        </p:nvGrpSpPr>
        <p:grpSpPr>
          <a:xfrm>
            <a:off x="-6058" y="3531457"/>
            <a:ext cx="5797612" cy="2365031"/>
            <a:chOff x="-2229" y="2361812"/>
            <a:chExt cx="11067619" cy="4514835"/>
          </a:xfrm>
        </p:grpSpPr>
        <p:sp>
          <p:nvSpPr>
            <p:cNvPr id="29" name="Freeform 28">
              <a:extLst>
                <a:ext uri="{FF2B5EF4-FFF2-40B4-BE49-F238E27FC236}">
                  <a16:creationId xmlns:a16="http://schemas.microsoft.com/office/drawing/2014/main" id="{2F450B4C-241D-A544-BBEF-175E01D6A139}"/>
                </a:ext>
              </a:extLst>
            </p:cNvPr>
            <p:cNvSpPr/>
            <p:nvPr userDrawn="1"/>
          </p:nvSpPr>
          <p:spPr>
            <a:xfrm>
              <a:off x="-2229" y="2361812"/>
              <a:ext cx="9087449" cy="1912558"/>
            </a:xfrm>
            <a:custGeom>
              <a:avLst/>
              <a:gdLst>
                <a:gd name="connsiteX0" fmla="*/ 749871 w 749300"/>
                <a:gd name="connsiteY0" fmla="*/ 248186 h 247650"/>
                <a:gd name="connsiteX1" fmla="*/ 0 w 749300"/>
                <a:gd name="connsiteY1" fmla="*/ 248186 h 247650"/>
                <a:gd name="connsiteX2" fmla="*/ 0 w 749300"/>
                <a:gd name="connsiteY2" fmla="*/ 192497 h 247650"/>
                <a:gd name="connsiteX3" fmla="*/ 603885 w 749300"/>
                <a:gd name="connsiteY3" fmla="*/ 192497 h 247650"/>
                <a:gd name="connsiteX4" fmla="*/ 457200 w 749300"/>
                <a:gd name="connsiteY4" fmla="*/ 219 h 247650"/>
                <a:gd name="connsiteX5" fmla="*/ 515239 w 749300"/>
                <a:gd name="connsiteY5" fmla="*/ 219 h 247650"/>
                <a:gd name="connsiteX6" fmla="*/ 535495 w 749300"/>
                <a:gd name="connsiteY6" fmla="*/ 12347 h 247650"/>
                <a:gd name="connsiteX7" fmla="*/ 600011 w 749300"/>
                <a:gd name="connsiteY7" fmla="*/ 105057 h 247650"/>
                <a:gd name="connsiteX8" fmla="*/ 744030 w 749300"/>
                <a:gd name="connsiteY8" fmla="*/ 242090 h 247650"/>
                <a:gd name="connsiteX9" fmla="*/ 749236 w 749300"/>
                <a:gd name="connsiteY9" fmla="*/ 246535 h 247650"/>
                <a:gd name="connsiteX10" fmla="*/ 749871 w 749300"/>
                <a:gd name="connsiteY10" fmla="*/ 248186 h 247650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806"/>
                <a:gd name="connsiteX1" fmla="*/ 62 w 1182006"/>
                <a:gd name="connsiteY1" fmla="*/ 248806 h 248806"/>
                <a:gd name="connsiteX2" fmla="*/ 0 w 1182006"/>
                <a:gd name="connsiteY2" fmla="*/ 192497 h 248806"/>
                <a:gd name="connsiteX3" fmla="*/ 1036020 w 1182006"/>
                <a:gd name="connsiteY3" fmla="*/ 192497 h 248806"/>
                <a:gd name="connsiteX4" fmla="*/ 889335 w 1182006"/>
                <a:gd name="connsiteY4" fmla="*/ 219 h 248806"/>
                <a:gd name="connsiteX5" fmla="*/ 947374 w 1182006"/>
                <a:gd name="connsiteY5" fmla="*/ 219 h 248806"/>
                <a:gd name="connsiteX6" fmla="*/ 967630 w 1182006"/>
                <a:gd name="connsiteY6" fmla="*/ 12347 h 248806"/>
                <a:gd name="connsiteX7" fmla="*/ 1032146 w 1182006"/>
                <a:gd name="connsiteY7" fmla="*/ 105057 h 248806"/>
                <a:gd name="connsiteX8" fmla="*/ 1176165 w 1182006"/>
                <a:gd name="connsiteY8" fmla="*/ 242090 h 248806"/>
                <a:gd name="connsiteX9" fmla="*/ 1181371 w 1182006"/>
                <a:gd name="connsiteY9" fmla="*/ 246535 h 248806"/>
                <a:gd name="connsiteX10" fmla="*/ 1182006 w 1182006"/>
                <a:gd name="connsiteY10" fmla="*/ 248186 h 2488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82006" h="248806">
                  <a:moveTo>
                    <a:pt x="1182006" y="248186"/>
                  </a:moveTo>
                  <a:lnTo>
                    <a:pt x="62" y="248806"/>
                  </a:lnTo>
                  <a:cubicBezTo>
                    <a:pt x="41" y="230036"/>
                    <a:pt x="21" y="211267"/>
                    <a:pt x="0" y="192497"/>
                  </a:cubicBezTo>
                  <a:lnTo>
                    <a:pt x="1036020" y="192497"/>
                  </a:lnTo>
                  <a:cubicBezTo>
                    <a:pt x="978171" y="134140"/>
                    <a:pt x="924895" y="74768"/>
                    <a:pt x="889335" y="219"/>
                  </a:cubicBezTo>
                  <a:cubicBezTo>
                    <a:pt x="909718" y="219"/>
                    <a:pt x="928578" y="854"/>
                    <a:pt x="947374" y="219"/>
                  </a:cubicBezTo>
                  <a:cubicBezTo>
                    <a:pt x="956166" y="-1141"/>
                    <a:pt x="964678" y="3956"/>
                    <a:pt x="967630" y="12347"/>
                  </a:cubicBezTo>
                  <a:cubicBezTo>
                    <a:pt x="985192" y="45816"/>
                    <a:pt x="1006865" y="76961"/>
                    <a:pt x="1032146" y="105057"/>
                  </a:cubicBezTo>
                  <a:cubicBezTo>
                    <a:pt x="1075774" y="155126"/>
                    <a:pt x="1123990" y="201004"/>
                    <a:pt x="1176165" y="242090"/>
                  </a:cubicBezTo>
                  <a:cubicBezTo>
                    <a:pt x="1177943" y="243551"/>
                    <a:pt x="1179720" y="245011"/>
                    <a:pt x="1181371" y="246535"/>
                  </a:cubicBezTo>
                  <a:cubicBezTo>
                    <a:pt x="1181689" y="246599"/>
                    <a:pt x="1181689" y="247170"/>
                    <a:pt x="1182006" y="248186"/>
                  </a:cubicBezTo>
                  <a:close/>
                </a:path>
              </a:pathLst>
            </a:custGeom>
            <a:solidFill>
              <a:srgbClr val="F3622C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30" name="Freeform 29">
              <a:extLst>
                <a:ext uri="{FF2B5EF4-FFF2-40B4-BE49-F238E27FC236}">
                  <a16:creationId xmlns:a16="http://schemas.microsoft.com/office/drawing/2014/main" id="{17BA7C41-EA1C-2F4D-90C7-EC472AB85B8A}"/>
                </a:ext>
              </a:extLst>
            </p:cNvPr>
            <p:cNvSpPr/>
            <p:nvPr/>
          </p:nvSpPr>
          <p:spPr>
            <a:xfrm>
              <a:off x="8136202" y="2367285"/>
              <a:ext cx="2929188" cy="4490714"/>
            </a:xfrm>
            <a:custGeom>
              <a:avLst/>
              <a:gdLst>
                <a:gd name="connsiteX0" fmla="*/ 275717 w 381000"/>
                <a:gd name="connsiteY0" fmla="*/ 292862 h 584200"/>
                <a:gd name="connsiteX1" fmla="*/ 0 w 381000"/>
                <a:gd name="connsiteY1" fmla="*/ 762 h 584200"/>
                <a:gd name="connsiteX2" fmla="*/ 5779 w 381000"/>
                <a:gd name="connsiteY2" fmla="*/ 0 h 584200"/>
                <a:gd name="connsiteX3" fmla="*/ 65532 w 381000"/>
                <a:gd name="connsiteY3" fmla="*/ 0 h 584200"/>
                <a:gd name="connsiteX4" fmla="*/ 73089 w 381000"/>
                <a:gd name="connsiteY4" fmla="*/ 4191 h 584200"/>
                <a:gd name="connsiteX5" fmla="*/ 202629 w 381000"/>
                <a:gd name="connsiteY5" fmla="*/ 164973 h 584200"/>
                <a:gd name="connsiteX6" fmla="*/ 377889 w 381000"/>
                <a:gd name="connsiteY6" fmla="*/ 290449 h 584200"/>
                <a:gd name="connsiteX7" fmla="*/ 381318 w 381000"/>
                <a:gd name="connsiteY7" fmla="*/ 292481 h 584200"/>
                <a:gd name="connsiteX8" fmla="*/ 340043 w 381000"/>
                <a:gd name="connsiteY8" fmla="*/ 317881 h 584200"/>
                <a:gd name="connsiteX9" fmla="*/ 126238 w 381000"/>
                <a:gd name="connsiteY9" fmla="*/ 500698 h 584200"/>
                <a:gd name="connsiteX10" fmla="*/ 74358 w 381000"/>
                <a:gd name="connsiteY10" fmla="*/ 579120 h 584200"/>
                <a:gd name="connsiteX11" fmla="*/ 65024 w 381000"/>
                <a:gd name="connsiteY11" fmla="*/ 584708 h 584200"/>
                <a:gd name="connsiteX12" fmla="*/ 0 w 381000"/>
                <a:gd name="connsiteY12" fmla="*/ 584708 h 584200"/>
                <a:gd name="connsiteX13" fmla="*/ 275717 w 381000"/>
                <a:gd name="connsiteY13" fmla="*/ 292862 h 584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81000" h="584200">
                  <a:moveTo>
                    <a:pt x="275717" y="292862"/>
                  </a:moveTo>
                  <a:cubicBezTo>
                    <a:pt x="157290" y="220155"/>
                    <a:pt x="68517" y="120840"/>
                    <a:pt x="0" y="762"/>
                  </a:cubicBezTo>
                  <a:cubicBezTo>
                    <a:pt x="1912" y="408"/>
                    <a:pt x="3840" y="154"/>
                    <a:pt x="5779" y="0"/>
                  </a:cubicBezTo>
                  <a:cubicBezTo>
                    <a:pt x="25654" y="0"/>
                    <a:pt x="45593" y="0"/>
                    <a:pt x="65532" y="0"/>
                  </a:cubicBezTo>
                  <a:cubicBezTo>
                    <a:pt x="68552" y="194"/>
                    <a:pt x="71325" y="1732"/>
                    <a:pt x="73089" y="4191"/>
                  </a:cubicBezTo>
                  <a:cubicBezTo>
                    <a:pt x="105855" y="66230"/>
                    <a:pt x="150940" y="118491"/>
                    <a:pt x="202629" y="164973"/>
                  </a:cubicBezTo>
                  <a:cubicBezTo>
                    <a:pt x="256618" y="212664"/>
                    <a:pt x="315344" y="254708"/>
                    <a:pt x="377889" y="290449"/>
                  </a:cubicBezTo>
                  <a:lnTo>
                    <a:pt x="381318" y="292481"/>
                  </a:lnTo>
                  <a:cubicBezTo>
                    <a:pt x="367221" y="301180"/>
                    <a:pt x="353568" y="309372"/>
                    <a:pt x="340043" y="317881"/>
                  </a:cubicBezTo>
                  <a:cubicBezTo>
                    <a:pt x="260224" y="368681"/>
                    <a:pt x="186246" y="426593"/>
                    <a:pt x="126238" y="500698"/>
                  </a:cubicBezTo>
                  <a:cubicBezTo>
                    <a:pt x="106331" y="525012"/>
                    <a:pt x="88949" y="551288"/>
                    <a:pt x="74358" y="579120"/>
                  </a:cubicBezTo>
                  <a:cubicBezTo>
                    <a:pt x="72939" y="582938"/>
                    <a:pt x="69060" y="585261"/>
                    <a:pt x="65024" y="584708"/>
                  </a:cubicBezTo>
                  <a:cubicBezTo>
                    <a:pt x="43879" y="584391"/>
                    <a:pt x="22733" y="584708"/>
                    <a:pt x="0" y="584708"/>
                  </a:cubicBezTo>
                  <a:cubicBezTo>
                    <a:pt x="68517" y="464693"/>
                    <a:pt x="157862" y="365951"/>
                    <a:pt x="275717" y="292862"/>
                  </a:cubicBezTo>
                  <a:close/>
                </a:path>
              </a:pathLst>
            </a:custGeom>
            <a:solidFill>
              <a:srgbClr val="F3622C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31" name="Freeform 30">
              <a:extLst>
                <a:ext uri="{FF2B5EF4-FFF2-40B4-BE49-F238E27FC236}">
                  <a16:creationId xmlns:a16="http://schemas.microsoft.com/office/drawing/2014/main" id="{2F450B4C-241D-A544-BBEF-175E01D6A139}"/>
                </a:ext>
              </a:extLst>
            </p:cNvPr>
            <p:cNvSpPr/>
            <p:nvPr userDrawn="1"/>
          </p:nvSpPr>
          <p:spPr>
            <a:xfrm flipV="1">
              <a:off x="-467" y="4964089"/>
              <a:ext cx="9087449" cy="1912558"/>
            </a:xfrm>
            <a:custGeom>
              <a:avLst/>
              <a:gdLst>
                <a:gd name="connsiteX0" fmla="*/ 749871 w 749300"/>
                <a:gd name="connsiteY0" fmla="*/ 248186 h 247650"/>
                <a:gd name="connsiteX1" fmla="*/ 0 w 749300"/>
                <a:gd name="connsiteY1" fmla="*/ 248186 h 247650"/>
                <a:gd name="connsiteX2" fmla="*/ 0 w 749300"/>
                <a:gd name="connsiteY2" fmla="*/ 192497 h 247650"/>
                <a:gd name="connsiteX3" fmla="*/ 603885 w 749300"/>
                <a:gd name="connsiteY3" fmla="*/ 192497 h 247650"/>
                <a:gd name="connsiteX4" fmla="*/ 457200 w 749300"/>
                <a:gd name="connsiteY4" fmla="*/ 219 h 247650"/>
                <a:gd name="connsiteX5" fmla="*/ 515239 w 749300"/>
                <a:gd name="connsiteY5" fmla="*/ 219 h 247650"/>
                <a:gd name="connsiteX6" fmla="*/ 535495 w 749300"/>
                <a:gd name="connsiteY6" fmla="*/ 12347 h 247650"/>
                <a:gd name="connsiteX7" fmla="*/ 600011 w 749300"/>
                <a:gd name="connsiteY7" fmla="*/ 105057 h 247650"/>
                <a:gd name="connsiteX8" fmla="*/ 744030 w 749300"/>
                <a:gd name="connsiteY8" fmla="*/ 242090 h 247650"/>
                <a:gd name="connsiteX9" fmla="*/ 749236 w 749300"/>
                <a:gd name="connsiteY9" fmla="*/ 246535 h 247650"/>
                <a:gd name="connsiteX10" fmla="*/ 749871 w 749300"/>
                <a:gd name="connsiteY10" fmla="*/ 248186 h 247650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806"/>
                <a:gd name="connsiteX1" fmla="*/ 62 w 1182006"/>
                <a:gd name="connsiteY1" fmla="*/ 248806 h 248806"/>
                <a:gd name="connsiteX2" fmla="*/ 0 w 1182006"/>
                <a:gd name="connsiteY2" fmla="*/ 192497 h 248806"/>
                <a:gd name="connsiteX3" fmla="*/ 1036020 w 1182006"/>
                <a:gd name="connsiteY3" fmla="*/ 192497 h 248806"/>
                <a:gd name="connsiteX4" fmla="*/ 889335 w 1182006"/>
                <a:gd name="connsiteY4" fmla="*/ 219 h 248806"/>
                <a:gd name="connsiteX5" fmla="*/ 947374 w 1182006"/>
                <a:gd name="connsiteY5" fmla="*/ 219 h 248806"/>
                <a:gd name="connsiteX6" fmla="*/ 967630 w 1182006"/>
                <a:gd name="connsiteY6" fmla="*/ 12347 h 248806"/>
                <a:gd name="connsiteX7" fmla="*/ 1032146 w 1182006"/>
                <a:gd name="connsiteY7" fmla="*/ 105057 h 248806"/>
                <a:gd name="connsiteX8" fmla="*/ 1176165 w 1182006"/>
                <a:gd name="connsiteY8" fmla="*/ 242090 h 248806"/>
                <a:gd name="connsiteX9" fmla="*/ 1181371 w 1182006"/>
                <a:gd name="connsiteY9" fmla="*/ 246535 h 248806"/>
                <a:gd name="connsiteX10" fmla="*/ 1182006 w 1182006"/>
                <a:gd name="connsiteY10" fmla="*/ 248186 h 2488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82006" h="248806">
                  <a:moveTo>
                    <a:pt x="1182006" y="248186"/>
                  </a:moveTo>
                  <a:lnTo>
                    <a:pt x="62" y="248806"/>
                  </a:lnTo>
                  <a:cubicBezTo>
                    <a:pt x="41" y="230036"/>
                    <a:pt x="21" y="211267"/>
                    <a:pt x="0" y="192497"/>
                  </a:cubicBezTo>
                  <a:lnTo>
                    <a:pt x="1036020" y="192497"/>
                  </a:lnTo>
                  <a:cubicBezTo>
                    <a:pt x="978171" y="134140"/>
                    <a:pt x="924895" y="74768"/>
                    <a:pt x="889335" y="219"/>
                  </a:cubicBezTo>
                  <a:cubicBezTo>
                    <a:pt x="909718" y="219"/>
                    <a:pt x="928578" y="854"/>
                    <a:pt x="947374" y="219"/>
                  </a:cubicBezTo>
                  <a:cubicBezTo>
                    <a:pt x="956166" y="-1141"/>
                    <a:pt x="964678" y="3956"/>
                    <a:pt x="967630" y="12347"/>
                  </a:cubicBezTo>
                  <a:cubicBezTo>
                    <a:pt x="985192" y="45816"/>
                    <a:pt x="1006865" y="76961"/>
                    <a:pt x="1032146" y="105057"/>
                  </a:cubicBezTo>
                  <a:cubicBezTo>
                    <a:pt x="1075774" y="155126"/>
                    <a:pt x="1123990" y="201004"/>
                    <a:pt x="1176165" y="242090"/>
                  </a:cubicBezTo>
                  <a:cubicBezTo>
                    <a:pt x="1177943" y="243551"/>
                    <a:pt x="1179720" y="245011"/>
                    <a:pt x="1181371" y="246535"/>
                  </a:cubicBezTo>
                  <a:cubicBezTo>
                    <a:pt x="1181689" y="246599"/>
                    <a:pt x="1181689" y="247170"/>
                    <a:pt x="1182006" y="248186"/>
                  </a:cubicBezTo>
                  <a:close/>
                </a:path>
              </a:pathLst>
            </a:custGeom>
            <a:solidFill>
              <a:srgbClr val="F3622C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</p:spTree>
    <p:extLst>
      <p:ext uri="{BB962C8B-B14F-4D97-AF65-F5344CB8AC3E}">
        <p14:creationId xmlns:p14="http://schemas.microsoft.com/office/powerpoint/2010/main" val="141614849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77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 and Image (half screen)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7"/>
          <p:cNvSpPr>
            <a:spLocks noGrp="1"/>
          </p:cNvSpPr>
          <p:nvPr>
            <p:ph type="body" sz="quarter" idx="11" hasCustomPrompt="1"/>
          </p:nvPr>
        </p:nvSpPr>
        <p:spPr>
          <a:xfrm>
            <a:off x="373063" y="1892635"/>
            <a:ext cx="6143484" cy="4376323"/>
          </a:xfrm>
        </p:spPr>
        <p:txBody>
          <a:bodyPr/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2000" b="0"/>
            </a:lvl1pPr>
            <a:lvl2pPr marL="171450" indent="-171450">
              <a:lnSpc>
                <a:spcPct val="100000"/>
              </a:lnSpc>
              <a:buFont typeface="Arial" panose="020B0604020202020204" pitchFamily="34" charset="0"/>
              <a:buChar char="•"/>
              <a:defRPr sz="2000" b="0"/>
            </a:lvl2pPr>
            <a:lvl3pPr>
              <a:lnSpc>
                <a:spcPct val="100000"/>
              </a:lnSpc>
              <a:defRPr sz="1800" b="0"/>
            </a:lvl3pPr>
            <a:lvl4pPr>
              <a:lnSpc>
                <a:spcPct val="100000"/>
              </a:lnSpc>
              <a:defRPr sz="1800" b="0"/>
            </a:lvl4pPr>
            <a:lvl5pPr>
              <a:lnSpc>
                <a:spcPct val="100000"/>
              </a:lnSpc>
              <a:defRPr sz="1800" b="0"/>
            </a:lvl5pPr>
          </a:lstStyle>
          <a:p>
            <a:pPr lvl="0"/>
            <a:r>
              <a:rPr lang="en-US" dirty="0"/>
              <a:t>Edit text</a:t>
            </a:r>
          </a:p>
          <a:p>
            <a:pPr lvl="1"/>
            <a:r>
              <a:rPr lang="en-US" dirty="0"/>
              <a:t>Second level</a:t>
            </a:r>
          </a:p>
          <a:p>
            <a:pPr lvl="1"/>
            <a:r>
              <a:rPr lang="en-US" dirty="0"/>
              <a:t>Third level</a:t>
            </a:r>
          </a:p>
          <a:p>
            <a:pPr lvl="1"/>
            <a:r>
              <a:rPr lang="en-US" dirty="0"/>
              <a:t>Fourth level</a:t>
            </a:r>
          </a:p>
          <a:p>
            <a:pPr lvl="1"/>
            <a:r>
              <a:rPr lang="en-US" dirty="0"/>
              <a:t>Fifth level</a:t>
            </a:r>
          </a:p>
        </p:txBody>
      </p:sp>
      <p:sp>
        <p:nvSpPr>
          <p:cNvPr id="7" name="Picture Placeholder 4">
            <a:extLst>
              <a:ext uri="{FF2B5EF4-FFF2-40B4-BE49-F238E27FC236}">
                <a16:creationId xmlns:a16="http://schemas.microsoft.com/office/drawing/2014/main" id="{749837D3-F6DB-DB49-B987-A2004B0611D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967959" y="0"/>
            <a:ext cx="5224040" cy="685799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1" name="Text Placeholder 2"/>
          <p:cNvSpPr>
            <a:spLocks noGrp="1"/>
          </p:cNvSpPr>
          <p:nvPr>
            <p:ph type="body" sz="quarter" idx="12" hasCustomPrompt="1"/>
          </p:nvPr>
        </p:nvSpPr>
        <p:spPr>
          <a:xfrm>
            <a:off x="385650" y="1147572"/>
            <a:ext cx="5123903" cy="520262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3600" cap="none" baseline="0">
                <a:solidFill>
                  <a:srgbClr val="004050"/>
                </a:solidFill>
                <a:latin typeface="Krana Fat B" panose="00000B00000000000000" pitchFamily="50" charset="0"/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Click to edit slide title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FC785C16-E254-5242-9D90-DA9B7DC9FE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56421" y="6511672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760" b="1" i="0">
                <a:solidFill>
                  <a:schemeClr val="tx1"/>
                </a:solidFill>
                <a:latin typeface="Montserrat" pitchFamily="2" charset="77"/>
              </a:defRPr>
            </a:lvl1pPr>
          </a:lstStyle>
          <a:p>
            <a:fld id="{EF892D59-8F09-EF4B-AD6D-DA609442F868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6" name="Freeform 15">
            <a:extLst>
              <a:ext uri="{FF2B5EF4-FFF2-40B4-BE49-F238E27FC236}">
                <a16:creationId xmlns:a16="http://schemas.microsoft.com/office/drawing/2014/main" id="{D44E23D4-CD16-B448-8F0A-11F5CE4FAB4C}"/>
              </a:ext>
            </a:extLst>
          </p:cNvPr>
          <p:cNvSpPr/>
          <p:nvPr userDrawn="1"/>
        </p:nvSpPr>
        <p:spPr>
          <a:xfrm>
            <a:off x="3229535" y="4488657"/>
            <a:ext cx="3729957" cy="2369343"/>
          </a:xfrm>
          <a:custGeom>
            <a:avLst/>
            <a:gdLst>
              <a:gd name="connsiteX0" fmla="*/ 117151 w 1009650"/>
              <a:gd name="connsiteY0" fmla="*/ 24275 h 641350"/>
              <a:gd name="connsiteX1" fmla="*/ 692 w 1009650"/>
              <a:gd name="connsiteY1" fmla="*/ 235603 h 641350"/>
              <a:gd name="connsiteX2" fmla="*/ 208781 w 1009650"/>
              <a:gd name="connsiteY2" fmla="*/ 429659 h 641350"/>
              <a:gd name="connsiteX3" fmla="*/ 350450 w 1009650"/>
              <a:gd name="connsiteY3" fmla="*/ 429659 h 641350"/>
              <a:gd name="connsiteX4" fmla="*/ 350450 w 1009650"/>
              <a:gd name="connsiteY4" fmla="*/ 641432 h 641350"/>
              <a:gd name="connsiteX5" fmla="*/ 428301 w 1009650"/>
              <a:gd name="connsiteY5" fmla="*/ 641432 h 641350"/>
              <a:gd name="connsiteX6" fmla="*/ 428301 w 1009650"/>
              <a:gd name="connsiteY6" fmla="*/ 430358 h 641350"/>
              <a:gd name="connsiteX7" fmla="*/ 777551 w 1009650"/>
              <a:gd name="connsiteY7" fmla="*/ 430358 h 641350"/>
              <a:gd name="connsiteX8" fmla="*/ 652519 w 1009650"/>
              <a:gd name="connsiteY8" fmla="*/ 640352 h 641350"/>
              <a:gd name="connsiteX9" fmla="*/ 698747 w 1009650"/>
              <a:gd name="connsiteY9" fmla="*/ 640352 h 641350"/>
              <a:gd name="connsiteX10" fmla="*/ 713225 w 1009650"/>
              <a:gd name="connsiteY10" fmla="*/ 633050 h 641350"/>
              <a:gd name="connsiteX11" fmla="*/ 864800 w 1009650"/>
              <a:gd name="connsiteY11" fmla="*/ 484206 h 641350"/>
              <a:gd name="connsiteX12" fmla="*/ 1004881 w 1009650"/>
              <a:gd name="connsiteY12" fmla="*/ 412641 h 641350"/>
              <a:gd name="connsiteX13" fmla="*/ 1011231 w 1009650"/>
              <a:gd name="connsiteY13" fmla="*/ 402608 h 641350"/>
              <a:gd name="connsiteX14" fmla="*/ 1011231 w 1009650"/>
              <a:gd name="connsiteY14" fmla="*/ 379685 h 641350"/>
              <a:gd name="connsiteX15" fmla="*/ 1003547 w 1009650"/>
              <a:gd name="connsiteY15" fmla="*/ 368826 h 641350"/>
              <a:gd name="connsiteX16" fmla="*/ 710241 w 1009650"/>
              <a:gd name="connsiteY16" fmla="*/ 145624 h 641350"/>
              <a:gd name="connsiteX17" fmla="*/ 705224 w 1009650"/>
              <a:gd name="connsiteY17" fmla="*/ 141687 h 641350"/>
              <a:gd name="connsiteX18" fmla="*/ 652138 w 1009650"/>
              <a:gd name="connsiteY18" fmla="*/ 141687 h 641350"/>
              <a:gd name="connsiteX19" fmla="*/ 777487 w 1009650"/>
              <a:gd name="connsiteY19" fmla="*/ 353078 h 641350"/>
              <a:gd name="connsiteX20" fmla="*/ 428237 w 1009650"/>
              <a:gd name="connsiteY20" fmla="*/ 353078 h 641350"/>
              <a:gd name="connsiteX21" fmla="*/ 428237 w 1009650"/>
              <a:gd name="connsiteY21" fmla="*/ 344887 h 641350"/>
              <a:gd name="connsiteX22" fmla="*/ 428237 w 1009650"/>
              <a:gd name="connsiteY22" fmla="*/ 210013 h 641350"/>
              <a:gd name="connsiteX23" fmla="*/ 422776 w 1009650"/>
              <a:gd name="connsiteY23" fmla="*/ 165563 h 641350"/>
              <a:gd name="connsiteX24" fmla="*/ 278060 w 1009650"/>
              <a:gd name="connsiteY24" fmla="*/ 11385 h 641350"/>
              <a:gd name="connsiteX25" fmla="*/ 117151 w 1009650"/>
              <a:gd name="connsiteY25" fmla="*/ 24275 h 641350"/>
              <a:gd name="connsiteX26" fmla="*/ 331654 w 1009650"/>
              <a:gd name="connsiteY26" fmla="*/ 145370 h 641350"/>
              <a:gd name="connsiteX27" fmla="*/ 350704 w 1009650"/>
              <a:gd name="connsiteY27" fmla="*/ 216045 h 641350"/>
              <a:gd name="connsiteX28" fmla="*/ 350704 w 1009650"/>
              <a:gd name="connsiteY28" fmla="*/ 343045 h 641350"/>
              <a:gd name="connsiteX29" fmla="*/ 350704 w 1009650"/>
              <a:gd name="connsiteY29" fmla="*/ 352634 h 641350"/>
              <a:gd name="connsiteX30" fmla="*/ 346513 w 1009650"/>
              <a:gd name="connsiteY30" fmla="*/ 353142 h 641350"/>
              <a:gd name="connsiteX31" fmla="*/ 208591 w 1009650"/>
              <a:gd name="connsiteY31" fmla="*/ 352697 h 641350"/>
              <a:gd name="connsiteX32" fmla="*/ 104069 w 1009650"/>
              <a:gd name="connsiteY32" fmla="*/ 297579 h 641350"/>
              <a:gd name="connsiteX33" fmla="*/ 190493 w 1009650"/>
              <a:gd name="connsiteY33" fmla="*/ 79457 h 641350"/>
              <a:gd name="connsiteX34" fmla="*/ 331654 w 1009650"/>
              <a:gd name="connsiteY34" fmla="*/ 145370 h 6413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</a:cxnLst>
            <a:rect l="l" t="t" r="r" b="b"/>
            <a:pathLst>
              <a:path w="1009650" h="641350">
                <a:moveTo>
                  <a:pt x="117151" y="24275"/>
                </a:moveTo>
                <a:cubicBezTo>
                  <a:pt x="34918" y="69741"/>
                  <a:pt x="-5912" y="140163"/>
                  <a:pt x="692" y="235603"/>
                </a:cubicBezTo>
                <a:cubicBezTo>
                  <a:pt x="7994" y="341013"/>
                  <a:pt x="103117" y="429659"/>
                  <a:pt x="208781" y="429659"/>
                </a:cubicBezTo>
                <a:lnTo>
                  <a:pt x="350450" y="429659"/>
                </a:lnTo>
                <a:lnTo>
                  <a:pt x="350450" y="641432"/>
                </a:lnTo>
                <a:lnTo>
                  <a:pt x="428301" y="641432"/>
                </a:lnTo>
                <a:lnTo>
                  <a:pt x="428301" y="430358"/>
                </a:lnTo>
                <a:lnTo>
                  <a:pt x="777551" y="430358"/>
                </a:lnTo>
                <a:cubicBezTo>
                  <a:pt x="722305" y="492842"/>
                  <a:pt x="679379" y="561231"/>
                  <a:pt x="652519" y="640352"/>
                </a:cubicBezTo>
                <a:cubicBezTo>
                  <a:pt x="668712" y="640352"/>
                  <a:pt x="683761" y="640352"/>
                  <a:pt x="698747" y="640352"/>
                </a:cubicBezTo>
                <a:cubicBezTo>
                  <a:pt x="704581" y="640933"/>
                  <a:pt x="710224" y="638086"/>
                  <a:pt x="713225" y="633050"/>
                </a:cubicBezTo>
                <a:cubicBezTo>
                  <a:pt x="754165" y="574534"/>
                  <a:pt x="805550" y="524075"/>
                  <a:pt x="864800" y="484206"/>
                </a:cubicBezTo>
                <a:cubicBezTo>
                  <a:pt x="908435" y="454786"/>
                  <a:pt x="955471" y="430757"/>
                  <a:pt x="1004881" y="412641"/>
                </a:cubicBezTo>
                <a:cubicBezTo>
                  <a:pt x="1009346" y="411541"/>
                  <a:pt x="1012148" y="407114"/>
                  <a:pt x="1011231" y="402608"/>
                </a:cubicBezTo>
                <a:cubicBezTo>
                  <a:pt x="1010723" y="394975"/>
                  <a:pt x="1010723" y="387317"/>
                  <a:pt x="1011231" y="379685"/>
                </a:cubicBezTo>
                <a:cubicBezTo>
                  <a:pt x="1011802" y="373335"/>
                  <a:pt x="1009135" y="370922"/>
                  <a:pt x="1003547" y="368826"/>
                </a:cubicBezTo>
                <a:cubicBezTo>
                  <a:pt x="883532" y="323741"/>
                  <a:pt x="784154" y="251351"/>
                  <a:pt x="710241" y="145624"/>
                </a:cubicBezTo>
                <a:cubicBezTo>
                  <a:pt x="709034" y="143909"/>
                  <a:pt x="706939" y="141750"/>
                  <a:pt x="705224" y="141687"/>
                </a:cubicBezTo>
                <a:cubicBezTo>
                  <a:pt x="687889" y="141687"/>
                  <a:pt x="670616" y="141687"/>
                  <a:pt x="652138" y="141687"/>
                </a:cubicBezTo>
                <a:cubicBezTo>
                  <a:pt x="678808" y="221506"/>
                  <a:pt x="721988" y="290213"/>
                  <a:pt x="777487" y="353078"/>
                </a:cubicBezTo>
                <a:lnTo>
                  <a:pt x="428237" y="353078"/>
                </a:lnTo>
                <a:lnTo>
                  <a:pt x="428237" y="344887"/>
                </a:lnTo>
                <a:cubicBezTo>
                  <a:pt x="428237" y="299929"/>
                  <a:pt x="428681" y="254971"/>
                  <a:pt x="428237" y="210013"/>
                </a:cubicBezTo>
                <a:cubicBezTo>
                  <a:pt x="428159" y="195034"/>
                  <a:pt x="426326" y="180115"/>
                  <a:pt x="422776" y="165563"/>
                </a:cubicBezTo>
                <a:cubicBezTo>
                  <a:pt x="402392" y="88283"/>
                  <a:pt x="353498" y="36150"/>
                  <a:pt x="278060" y="11385"/>
                </a:cubicBezTo>
                <a:cubicBezTo>
                  <a:pt x="223323" y="-6776"/>
                  <a:pt x="167760" y="-3728"/>
                  <a:pt x="117151" y="24275"/>
                </a:cubicBezTo>
                <a:close/>
                <a:moveTo>
                  <a:pt x="331654" y="145370"/>
                </a:moveTo>
                <a:cubicBezTo>
                  <a:pt x="344472" y="166690"/>
                  <a:pt x="351071" y="191171"/>
                  <a:pt x="350704" y="216045"/>
                </a:cubicBezTo>
                <a:cubicBezTo>
                  <a:pt x="350704" y="258463"/>
                  <a:pt x="350704" y="300818"/>
                  <a:pt x="350704" y="343045"/>
                </a:cubicBezTo>
                <a:lnTo>
                  <a:pt x="350704" y="352634"/>
                </a:lnTo>
                <a:cubicBezTo>
                  <a:pt x="349319" y="352892"/>
                  <a:pt x="347920" y="353061"/>
                  <a:pt x="346513" y="353142"/>
                </a:cubicBezTo>
                <a:cubicBezTo>
                  <a:pt x="300539" y="353142"/>
                  <a:pt x="254564" y="353142"/>
                  <a:pt x="208591" y="352697"/>
                </a:cubicBezTo>
                <a:cubicBezTo>
                  <a:pt x="164649" y="352062"/>
                  <a:pt x="129724" y="332123"/>
                  <a:pt x="104069" y="297579"/>
                </a:cubicBezTo>
                <a:cubicBezTo>
                  <a:pt x="38347" y="209187"/>
                  <a:pt x="96132" y="97173"/>
                  <a:pt x="190493" y="79457"/>
                </a:cubicBezTo>
                <a:cubicBezTo>
                  <a:pt x="246651" y="70112"/>
                  <a:pt x="302766" y="96313"/>
                  <a:pt x="331654" y="145370"/>
                </a:cubicBezTo>
                <a:close/>
              </a:path>
            </a:pathLst>
          </a:custGeom>
          <a:solidFill>
            <a:srgbClr val="F1612C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8" name="Rectangle 7"/>
          <p:cNvSpPr/>
          <p:nvPr userDrawn="1"/>
        </p:nvSpPr>
        <p:spPr>
          <a:xfrm>
            <a:off x="0" y="75715"/>
            <a:ext cx="1089126" cy="80956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0086572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77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Activity 1">
    <p:bg>
      <p:bgPr>
        <a:solidFill>
          <a:srgbClr val="F362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9">
            <a:extLst>
              <a:ext uri="{FF2B5EF4-FFF2-40B4-BE49-F238E27FC236}">
                <a16:creationId xmlns:a16="http://schemas.microsoft.com/office/drawing/2014/main" id="{56887D20-DCD6-8E49-BF31-8F4C2FCCD421}"/>
              </a:ext>
            </a:extLst>
          </p:cNvPr>
          <p:cNvSpPr/>
          <p:nvPr userDrawn="1"/>
        </p:nvSpPr>
        <p:spPr>
          <a:xfrm>
            <a:off x="487005" y="518307"/>
            <a:ext cx="3525956" cy="4061544"/>
          </a:xfrm>
          <a:custGeom>
            <a:avLst/>
            <a:gdLst>
              <a:gd name="connsiteX0" fmla="*/ 1008895 w 1003300"/>
              <a:gd name="connsiteY0" fmla="*/ 731076 h 1155700"/>
              <a:gd name="connsiteX1" fmla="*/ 581921 w 1003300"/>
              <a:gd name="connsiteY1" fmla="*/ 1157986 h 1155700"/>
              <a:gd name="connsiteX2" fmla="*/ 581921 w 1003300"/>
              <a:gd name="connsiteY2" fmla="*/ 932371 h 1155700"/>
              <a:gd name="connsiteX3" fmla="*/ 565728 w 1003300"/>
              <a:gd name="connsiteY3" fmla="*/ 932371 h 1155700"/>
              <a:gd name="connsiteX4" fmla="*/ 485337 w 1003300"/>
              <a:gd name="connsiteY4" fmla="*/ 923163 h 1155700"/>
              <a:gd name="connsiteX5" fmla="*/ 405454 w 1003300"/>
              <a:gd name="connsiteY5" fmla="*/ 877824 h 1155700"/>
              <a:gd name="connsiteX6" fmla="*/ 306585 w 1003300"/>
              <a:gd name="connsiteY6" fmla="*/ 784035 h 1155700"/>
              <a:gd name="connsiteX7" fmla="*/ 114497 w 1003300"/>
              <a:gd name="connsiteY7" fmla="*/ 591312 h 1155700"/>
              <a:gd name="connsiteX8" fmla="*/ 29534 w 1003300"/>
              <a:gd name="connsiteY8" fmla="*/ 484251 h 1155700"/>
              <a:gd name="connsiteX9" fmla="*/ 7500 w 1003300"/>
              <a:gd name="connsiteY9" fmla="*/ 408051 h 1155700"/>
              <a:gd name="connsiteX10" fmla="*/ 452 w 1003300"/>
              <a:gd name="connsiteY10" fmla="*/ 282766 h 1155700"/>
              <a:gd name="connsiteX11" fmla="*/ 452 w 1003300"/>
              <a:gd name="connsiteY11" fmla="*/ 10668 h 1155700"/>
              <a:gd name="connsiteX12" fmla="*/ 452 w 1003300"/>
              <a:gd name="connsiteY12" fmla="*/ 1333 h 1155700"/>
              <a:gd name="connsiteX13" fmla="*/ 201937 w 1003300"/>
              <a:gd name="connsiteY13" fmla="*/ 203200 h 1155700"/>
              <a:gd name="connsiteX14" fmla="*/ 405137 w 1003300"/>
              <a:gd name="connsiteY14" fmla="*/ 0 h 1155700"/>
              <a:gd name="connsiteX15" fmla="*/ 405137 w 1003300"/>
              <a:gd name="connsiteY15" fmla="*/ 527876 h 1155700"/>
              <a:gd name="connsiteX16" fmla="*/ 573221 w 1003300"/>
              <a:gd name="connsiteY16" fmla="*/ 527876 h 1155700"/>
              <a:gd name="connsiteX17" fmla="*/ 581984 w 1003300"/>
              <a:gd name="connsiteY17" fmla="*/ 518732 h 1155700"/>
              <a:gd name="connsiteX18" fmla="*/ 581984 w 1003300"/>
              <a:gd name="connsiteY18" fmla="*/ 303975 h 1155700"/>
              <a:gd name="connsiteX19" fmla="*/ 1008895 w 1003300"/>
              <a:gd name="connsiteY19" fmla="*/ 731076 h 1155700"/>
              <a:gd name="connsiteX20" fmla="*/ 649929 w 1003300"/>
              <a:gd name="connsiteY20" fmla="*/ 864426 h 1155700"/>
              <a:gd name="connsiteX21" fmla="*/ 649929 w 1003300"/>
              <a:gd name="connsiteY21" fmla="*/ 991807 h 1155700"/>
              <a:gd name="connsiteX22" fmla="*/ 911359 w 1003300"/>
              <a:gd name="connsiteY22" fmla="*/ 730568 h 1155700"/>
              <a:gd name="connsiteX23" fmla="*/ 649231 w 1003300"/>
              <a:gd name="connsiteY23" fmla="*/ 468376 h 1155700"/>
              <a:gd name="connsiteX24" fmla="*/ 649231 w 1003300"/>
              <a:gd name="connsiteY24" fmla="*/ 595693 h 1155700"/>
              <a:gd name="connsiteX25" fmla="*/ 216732 w 1003300"/>
              <a:gd name="connsiteY25" fmla="*/ 595693 h 1155700"/>
              <a:gd name="connsiteX26" fmla="*/ 221558 w 1003300"/>
              <a:gd name="connsiteY26" fmla="*/ 601091 h 1155700"/>
              <a:gd name="connsiteX27" fmla="*/ 427870 w 1003300"/>
              <a:gd name="connsiteY27" fmla="*/ 807720 h 1155700"/>
              <a:gd name="connsiteX28" fmla="*/ 542170 w 1003300"/>
              <a:gd name="connsiteY28" fmla="*/ 862457 h 1155700"/>
              <a:gd name="connsiteX29" fmla="*/ 624720 w 1003300"/>
              <a:gd name="connsiteY29" fmla="*/ 864426 h 1155700"/>
              <a:gd name="connsiteX30" fmla="*/ 649929 w 1003300"/>
              <a:gd name="connsiteY30" fmla="*/ 864426 h 1155700"/>
              <a:gd name="connsiteX31" fmla="*/ 68523 w 1003300"/>
              <a:gd name="connsiteY31" fmla="*/ 162941 h 1155700"/>
              <a:gd name="connsiteX32" fmla="*/ 68142 w 1003300"/>
              <a:gd name="connsiteY32" fmla="*/ 168275 h 1155700"/>
              <a:gd name="connsiteX33" fmla="*/ 68460 w 1003300"/>
              <a:gd name="connsiteY33" fmla="*/ 339725 h 1155700"/>
              <a:gd name="connsiteX34" fmla="*/ 75318 w 1003300"/>
              <a:gd name="connsiteY34" fmla="*/ 411162 h 1155700"/>
              <a:gd name="connsiteX35" fmla="*/ 127325 w 1003300"/>
              <a:gd name="connsiteY35" fmla="*/ 494665 h 1155700"/>
              <a:gd name="connsiteX36" fmla="*/ 203207 w 1003300"/>
              <a:gd name="connsiteY36" fmla="*/ 521780 h 1155700"/>
              <a:gd name="connsiteX37" fmla="*/ 333889 w 1003300"/>
              <a:gd name="connsiteY37" fmla="*/ 527558 h 1155700"/>
              <a:gd name="connsiteX38" fmla="*/ 336937 w 1003300"/>
              <a:gd name="connsiteY38" fmla="*/ 526732 h 1155700"/>
              <a:gd name="connsiteX39" fmla="*/ 336938 w 1003300"/>
              <a:gd name="connsiteY39" fmla="*/ 162243 h 1155700"/>
              <a:gd name="connsiteX40" fmla="*/ 202508 w 1003300"/>
              <a:gd name="connsiteY40" fmla="*/ 295021 h 1155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</a:cxnLst>
            <a:rect l="l" t="t" r="r" b="b"/>
            <a:pathLst>
              <a:path w="1003300" h="1155700">
                <a:moveTo>
                  <a:pt x="1008895" y="731076"/>
                </a:moveTo>
                <a:lnTo>
                  <a:pt x="581921" y="1157986"/>
                </a:lnTo>
                <a:lnTo>
                  <a:pt x="581921" y="932371"/>
                </a:lnTo>
                <a:lnTo>
                  <a:pt x="565728" y="932371"/>
                </a:lnTo>
                <a:cubicBezTo>
                  <a:pt x="538636" y="932998"/>
                  <a:pt x="511586" y="929900"/>
                  <a:pt x="485337" y="923163"/>
                </a:cubicBezTo>
                <a:cubicBezTo>
                  <a:pt x="455495" y="914588"/>
                  <a:pt x="428116" y="899048"/>
                  <a:pt x="405454" y="877824"/>
                </a:cubicBezTo>
                <a:cubicBezTo>
                  <a:pt x="371736" y="847407"/>
                  <a:pt x="338843" y="815975"/>
                  <a:pt x="306585" y="784035"/>
                </a:cubicBezTo>
                <a:cubicBezTo>
                  <a:pt x="242111" y="720238"/>
                  <a:pt x="178082" y="655997"/>
                  <a:pt x="114497" y="591312"/>
                </a:cubicBezTo>
                <a:cubicBezTo>
                  <a:pt x="82430" y="558737"/>
                  <a:pt x="52140" y="524510"/>
                  <a:pt x="29534" y="484251"/>
                </a:cubicBezTo>
                <a:cubicBezTo>
                  <a:pt x="16810" y="460725"/>
                  <a:pt x="9295" y="434737"/>
                  <a:pt x="7500" y="408051"/>
                </a:cubicBezTo>
                <a:cubicBezTo>
                  <a:pt x="3944" y="366395"/>
                  <a:pt x="1150" y="324548"/>
                  <a:pt x="452" y="282766"/>
                </a:cubicBezTo>
                <a:cubicBezTo>
                  <a:pt x="-565" y="192087"/>
                  <a:pt x="452" y="101346"/>
                  <a:pt x="452" y="10668"/>
                </a:cubicBezTo>
                <a:lnTo>
                  <a:pt x="452" y="1333"/>
                </a:lnTo>
                <a:cubicBezTo>
                  <a:pt x="67952" y="68961"/>
                  <a:pt x="134817" y="135890"/>
                  <a:pt x="201937" y="203200"/>
                </a:cubicBezTo>
                <a:lnTo>
                  <a:pt x="405137" y="0"/>
                </a:lnTo>
                <a:lnTo>
                  <a:pt x="405137" y="527876"/>
                </a:lnTo>
                <a:cubicBezTo>
                  <a:pt x="408185" y="527876"/>
                  <a:pt x="519818" y="527876"/>
                  <a:pt x="573221" y="527876"/>
                </a:cubicBezTo>
                <a:cubicBezTo>
                  <a:pt x="580524" y="527876"/>
                  <a:pt x="581984" y="525463"/>
                  <a:pt x="581984" y="518732"/>
                </a:cubicBezTo>
                <a:cubicBezTo>
                  <a:pt x="581984" y="449516"/>
                  <a:pt x="581984" y="305435"/>
                  <a:pt x="581984" y="303975"/>
                </a:cubicBezTo>
                <a:cubicBezTo>
                  <a:pt x="580778" y="304292"/>
                  <a:pt x="1010038" y="732028"/>
                  <a:pt x="1008895" y="731076"/>
                </a:cubicBezTo>
                <a:close/>
                <a:moveTo>
                  <a:pt x="649929" y="864426"/>
                </a:moveTo>
                <a:lnTo>
                  <a:pt x="649929" y="991807"/>
                </a:lnTo>
                <a:cubicBezTo>
                  <a:pt x="737601" y="904092"/>
                  <a:pt x="824745" y="817012"/>
                  <a:pt x="911359" y="730568"/>
                </a:cubicBezTo>
                <a:lnTo>
                  <a:pt x="649231" y="468376"/>
                </a:lnTo>
                <a:lnTo>
                  <a:pt x="649231" y="595693"/>
                </a:lnTo>
                <a:lnTo>
                  <a:pt x="216732" y="595693"/>
                </a:lnTo>
                <a:cubicBezTo>
                  <a:pt x="218955" y="598170"/>
                  <a:pt x="220162" y="599757"/>
                  <a:pt x="221558" y="601091"/>
                </a:cubicBezTo>
                <a:cubicBezTo>
                  <a:pt x="290265" y="669967"/>
                  <a:pt x="359036" y="738844"/>
                  <a:pt x="427870" y="807720"/>
                </a:cubicBezTo>
                <a:cubicBezTo>
                  <a:pt x="459620" y="839470"/>
                  <a:pt x="496894" y="859473"/>
                  <a:pt x="542170" y="862457"/>
                </a:cubicBezTo>
                <a:cubicBezTo>
                  <a:pt x="569665" y="864235"/>
                  <a:pt x="597288" y="863854"/>
                  <a:pt x="624720" y="864426"/>
                </a:cubicBezTo>
                <a:cubicBezTo>
                  <a:pt x="632721" y="864553"/>
                  <a:pt x="640404" y="864426"/>
                  <a:pt x="649929" y="864426"/>
                </a:cubicBezTo>
                <a:close/>
                <a:moveTo>
                  <a:pt x="68523" y="162941"/>
                </a:moveTo>
                <a:cubicBezTo>
                  <a:pt x="68523" y="164402"/>
                  <a:pt x="68142" y="166370"/>
                  <a:pt x="68142" y="168275"/>
                </a:cubicBezTo>
                <a:cubicBezTo>
                  <a:pt x="68142" y="225425"/>
                  <a:pt x="67507" y="282575"/>
                  <a:pt x="68460" y="339725"/>
                </a:cubicBezTo>
                <a:cubicBezTo>
                  <a:pt x="68770" y="363686"/>
                  <a:pt x="71064" y="387580"/>
                  <a:pt x="75318" y="411162"/>
                </a:cubicBezTo>
                <a:cubicBezTo>
                  <a:pt x="81668" y="445326"/>
                  <a:pt x="97289" y="474662"/>
                  <a:pt x="127325" y="494665"/>
                </a:cubicBezTo>
                <a:cubicBezTo>
                  <a:pt x="150463" y="508873"/>
                  <a:pt x="176305" y="518107"/>
                  <a:pt x="203207" y="521780"/>
                </a:cubicBezTo>
                <a:cubicBezTo>
                  <a:pt x="246514" y="529273"/>
                  <a:pt x="290265" y="527621"/>
                  <a:pt x="333889" y="527558"/>
                </a:cubicBezTo>
                <a:cubicBezTo>
                  <a:pt x="334936" y="527411"/>
                  <a:pt x="335960" y="527133"/>
                  <a:pt x="336937" y="526732"/>
                </a:cubicBezTo>
                <a:lnTo>
                  <a:pt x="336938" y="162243"/>
                </a:lnTo>
                <a:lnTo>
                  <a:pt x="202508" y="295021"/>
                </a:lnTo>
                <a:close/>
              </a:path>
            </a:pathLst>
          </a:custGeom>
          <a:solidFill>
            <a:schemeClr val="accent1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GB">
              <a:solidFill>
                <a:schemeClr val="bg1"/>
              </a:solidFill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EBBB6D40-B4C9-8B4A-B2A6-126F6490637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327302" y="344971"/>
            <a:ext cx="7475232" cy="2858874"/>
          </a:xfrm>
        </p:spPr>
        <p:txBody>
          <a:bodyPr anchor="b" anchorCtr="0">
            <a:noAutofit/>
          </a:bodyPr>
          <a:lstStyle>
            <a:lvl1pPr algn="l">
              <a:lnSpc>
                <a:spcPct val="100000"/>
              </a:lnSpc>
              <a:defRPr sz="3600" baseline="0">
                <a:solidFill>
                  <a:srgbClr val="004050"/>
                </a:solidFill>
              </a:defRPr>
            </a:lvl1pPr>
          </a:lstStyle>
          <a:p>
            <a:br>
              <a:rPr lang="en-US" noProof="0" dirty="0"/>
            </a:br>
            <a:br>
              <a:rPr lang="en-US" noProof="0" dirty="0"/>
            </a:br>
            <a:r>
              <a:rPr lang="en-US" noProof="0" dirty="0"/>
              <a:t>ACTIVITY: </a:t>
            </a:r>
            <a:br>
              <a:rPr lang="en-US" noProof="0" dirty="0"/>
            </a:br>
            <a:r>
              <a:rPr lang="en-US" noProof="0" dirty="0"/>
              <a:t>CLICK TO EDIT TITLE</a:t>
            </a:r>
            <a:endParaRPr lang="en-GB" noProof="0" dirty="0"/>
          </a:p>
        </p:txBody>
      </p:sp>
      <p:sp>
        <p:nvSpPr>
          <p:cNvPr id="6" name="Text Placeholder 3"/>
          <p:cNvSpPr>
            <a:spLocks noGrp="1"/>
          </p:cNvSpPr>
          <p:nvPr>
            <p:ph type="body" sz="quarter" idx="10" hasCustomPrompt="1"/>
          </p:nvPr>
        </p:nvSpPr>
        <p:spPr>
          <a:xfrm>
            <a:off x="4327303" y="3525004"/>
            <a:ext cx="7475230" cy="2791976"/>
          </a:xfrm>
        </p:spPr>
        <p:txBody>
          <a:bodyPr/>
          <a:lstStyle>
            <a:lvl1pPr>
              <a:lnSpc>
                <a:spcPct val="100000"/>
              </a:lnSpc>
              <a:defRPr b="0" baseline="0"/>
            </a:lvl1pPr>
          </a:lstStyle>
          <a:p>
            <a:pPr lvl="0"/>
            <a:r>
              <a:rPr lang="en-US" dirty="0"/>
              <a:t>Click to edit instructions</a:t>
            </a:r>
          </a:p>
        </p:txBody>
      </p:sp>
    </p:spTree>
    <p:extLst>
      <p:ext uri="{BB962C8B-B14F-4D97-AF65-F5344CB8AC3E}">
        <p14:creationId xmlns:p14="http://schemas.microsoft.com/office/powerpoint/2010/main" val="193771122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orient="horz" pos="1457">
          <p15:clr>
            <a:srgbClr val="FBAE40"/>
          </p15:clr>
        </p15:guide>
        <p15:guide id="3" orient="horz" pos="3634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02 Section Divider">
    <p:bg>
      <p:bgPr>
        <a:solidFill>
          <a:srgbClr val="7E007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4">
            <a:extLst>
              <a:ext uri="{FF2B5EF4-FFF2-40B4-BE49-F238E27FC236}">
                <a16:creationId xmlns:a16="http://schemas.microsoft.com/office/drawing/2014/main" id="{A0DD6AED-2202-DD48-A2D6-60CCC5F07320}"/>
              </a:ext>
            </a:extLst>
          </p:cNvPr>
          <p:cNvSpPr/>
          <p:nvPr userDrawn="1"/>
        </p:nvSpPr>
        <p:spPr>
          <a:xfrm>
            <a:off x="-609" y="2116538"/>
            <a:ext cx="11411496" cy="5526322"/>
          </a:xfrm>
          <a:custGeom>
            <a:avLst/>
            <a:gdLst>
              <a:gd name="connsiteX0" fmla="*/ 676275 w 1009650"/>
              <a:gd name="connsiteY0" fmla="*/ 287331 h 488950"/>
              <a:gd name="connsiteX1" fmla="*/ 7684 w 1009650"/>
              <a:gd name="connsiteY1" fmla="*/ 287331 h 488950"/>
              <a:gd name="connsiteX2" fmla="*/ 0 w 1009650"/>
              <a:gd name="connsiteY2" fmla="*/ 279838 h 488950"/>
              <a:gd name="connsiteX3" fmla="*/ 0 w 1009650"/>
              <a:gd name="connsiteY3" fmla="*/ 210877 h 488950"/>
              <a:gd name="connsiteX4" fmla="*/ 6350 w 1009650"/>
              <a:gd name="connsiteY4" fmla="*/ 204527 h 488950"/>
              <a:gd name="connsiteX5" fmla="*/ 666750 w 1009650"/>
              <a:gd name="connsiteY5" fmla="*/ 204527 h 488950"/>
              <a:gd name="connsiteX6" fmla="*/ 676212 w 1009650"/>
              <a:gd name="connsiteY6" fmla="*/ 195002 h 488950"/>
              <a:gd name="connsiteX7" fmla="*/ 676212 w 1009650"/>
              <a:gd name="connsiteY7" fmla="*/ 10852 h 488950"/>
              <a:gd name="connsiteX8" fmla="*/ 681800 w 1009650"/>
              <a:gd name="connsiteY8" fmla="*/ 2661 h 488950"/>
              <a:gd name="connsiteX9" fmla="*/ 684975 w 1009650"/>
              <a:gd name="connsiteY9" fmla="*/ 1137 h 488950"/>
              <a:gd name="connsiteX10" fmla="*/ 690245 w 1009650"/>
              <a:gd name="connsiteY10" fmla="*/ 1835 h 488950"/>
              <a:gd name="connsiteX11" fmla="*/ 729552 w 1009650"/>
              <a:gd name="connsiteY11" fmla="*/ 43428 h 488950"/>
              <a:gd name="connsiteX12" fmla="*/ 770319 w 1009650"/>
              <a:gd name="connsiteY12" fmla="*/ 82036 h 488950"/>
              <a:gd name="connsiteX13" fmla="*/ 827469 w 1009650"/>
              <a:gd name="connsiteY13" fmla="*/ 129788 h 488950"/>
              <a:gd name="connsiteX14" fmla="*/ 873506 w 1009650"/>
              <a:gd name="connsiteY14" fmla="*/ 162681 h 488950"/>
              <a:gd name="connsiteX15" fmla="*/ 907415 w 1009650"/>
              <a:gd name="connsiteY15" fmla="*/ 185350 h 488950"/>
              <a:gd name="connsiteX16" fmla="*/ 935673 w 1009650"/>
              <a:gd name="connsiteY16" fmla="*/ 201670 h 488950"/>
              <a:gd name="connsiteX17" fmla="*/ 967804 w 1009650"/>
              <a:gd name="connsiteY17" fmla="*/ 218942 h 488950"/>
              <a:gd name="connsiteX18" fmla="*/ 997903 w 1009650"/>
              <a:gd name="connsiteY18" fmla="*/ 232848 h 488950"/>
              <a:gd name="connsiteX19" fmla="*/ 1010031 w 1009650"/>
              <a:gd name="connsiteY19" fmla="*/ 238436 h 488950"/>
              <a:gd name="connsiteX20" fmla="*/ 1011428 w 1009650"/>
              <a:gd name="connsiteY20" fmla="*/ 241294 h 488950"/>
              <a:gd name="connsiteX21" fmla="*/ 1011428 w 1009650"/>
              <a:gd name="connsiteY21" fmla="*/ 248914 h 488950"/>
              <a:gd name="connsiteX22" fmla="*/ 1008189 w 1009650"/>
              <a:gd name="connsiteY22" fmla="*/ 253422 h 488950"/>
              <a:gd name="connsiteX23" fmla="*/ 952183 w 1009650"/>
              <a:gd name="connsiteY23" fmla="*/ 281045 h 488950"/>
              <a:gd name="connsiteX24" fmla="*/ 906145 w 1009650"/>
              <a:gd name="connsiteY24" fmla="*/ 306953 h 488950"/>
              <a:gd name="connsiteX25" fmla="*/ 872236 w 1009650"/>
              <a:gd name="connsiteY25" fmla="*/ 329622 h 488950"/>
              <a:gd name="connsiteX26" fmla="*/ 835406 w 1009650"/>
              <a:gd name="connsiteY26" fmla="*/ 355467 h 488950"/>
              <a:gd name="connsiteX27" fmla="*/ 796100 w 1009650"/>
              <a:gd name="connsiteY27" fmla="*/ 386455 h 488950"/>
              <a:gd name="connsiteX28" fmla="*/ 760730 w 1009650"/>
              <a:gd name="connsiteY28" fmla="*/ 416998 h 488950"/>
              <a:gd name="connsiteX29" fmla="*/ 716280 w 1009650"/>
              <a:gd name="connsiteY29" fmla="*/ 460686 h 488950"/>
              <a:gd name="connsiteX30" fmla="*/ 690880 w 1009650"/>
              <a:gd name="connsiteY30" fmla="*/ 488563 h 488950"/>
              <a:gd name="connsiteX31" fmla="*/ 685292 w 1009650"/>
              <a:gd name="connsiteY31" fmla="*/ 489642 h 488950"/>
              <a:gd name="connsiteX32" fmla="*/ 678942 w 1009650"/>
              <a:gd name="connsiteY32" fmla="*/ 486404 h 488950"/>
              <a:gd name="connsiteX33" fmla="*/ 676402 w 1009650"/>
              <a:gd name="connsiteY33" fmla="*/ 480054 h 488950"/>
              <a:gd name="connsiteX34" fmla="*/ 676402 w 1009650"/>
              <a:gd name="connsiteY34" fmla="*/ 378454 h 488950"/>
              <a:gd name="connsiteX35" fmla="*/ 676402 w 1009650"/>
              <a:gd name="connsiteY35" fmla="*/ 287331 h 488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09650" h="488950">
                <a:moveTo>
                  <a:pt x="676275" y="287331"/>
                </a:moveTo>
                <a:lnTo>
                  <a:pt x="7684" y="287331"/>
                </a:lnTo>
                <a:cubicBezTo>
                  <a:pt x="0" y="287331"/>
                  <a:pt x="0" y="287331"/>
                  <a:pt x="0" y="279838"/>
                </a:cubicBezTo>
                <a:cubicBezTo>
                  <a:pt x="0" y="256851"/>
                  <a:pt x="0" y="233864"/>
                  <a:pt x="0" y="210877"/>
                </a:cubicBezTo>
                <a:cubicBezTo>
                  <a:pt x="0" y="205543"/>
                  <a:pt x="1524" y="204527"/>
                  <a:pt x="6350" y="204527"/>
                </a:cubicBezTo>
                <a:cubicBezTo>
                  <a:pt x="226483" y="204527"/>
                  <a:pt x="446617" y="204527"/>
                  <a:pt x="666750" y="204527"/>
                </a:cubicBezTo>
                <a:cubicBezTo>
                  <a:pt x="677228" y="204527"/>
                  <a:pt x="676212" y="205988"/>
                  <a:pt x="676212" y="195002"/>
                </a:cubicBezTo>
                <a:cubicBezTo>
                  <a:pt x="676212" y="133661"/>
                  <a:pt x="676212" y="72278"/>
                  <a:pt x="676212" y="10852"/>
                </a:cubicBezTo>
                <a:cubicBezTo>
                  <a:pt x="675743" y="7103"/>
                  <a:pt x="678138" y="3592"/>
                  <a:pt x="681800" y="2661"/>
                </a:cubicBezTo>
                <a:cubicBezTo>
                  <a:pt x="682942" y="2349"/>
                  <a:pt x="684018" y="1833"/>
                  <a:pt x="684975" y="1137"/>
                </a:cubicBezTo>
                <a:cubicBezTo>
                  <a:pt x="687070" y="-451"/>
                  <a:pt x="688150" y="-514"/>
                  <a:pt x="690245" y="1835"/>
                </a:cubicBezTo>
                <a:cubicBezTo>
                  <a:pt x="702945" y="15932"/>
                  <a:pt x="716090" y="29966"/>
                  <a:pt x="729552" y="43428"/>
                </a:cubicBezTo>
                <a:cubicBezTo>
                  <a:pt x="743014" y="56890"/>
                  <a:pt x="756222" y="69780"/>
                  <a:pt x="770319" y="82036"/>
                </a:cubicBezTo>
                <a:cubicBezTo>
                  <a:pt x="789051" y="98419"/>
                  <a:pt x="808419" y="114421"/>
                  <a:pt x="827469" y="129788"/>
                </a:cubicBezTo>
                <a:cubicBezTo>
                  <a:pt x="842328" y="141408"/>
                  <a:pt x="858012" y="151886"/>
                  <a:pt x="873506" y="162681"/>
                </a:cubicBezTo>
                <a:cubicBezTo>
                  <a:pt x="884682" y="170428"/>
                  <a:pt x="895922" y="178111"/>
                  <a:pt x="907415" y="185350"/>
                </a:cubicBezTo>
                <a:cubicBezTo>
                  <a:pt x="916623" y="191192"/>
                  <a:pt x="926148" y="196399"/>
                  <a:pt x="935673" y="201670"/>
                </a:cubicBezTo>
                <a:cubicBezTo>
                  <a:pt x="946277" y="207575"/>
                  <a:pt x="956945" y="213481"/>
                  <a:pt x="967804" y="218942"/>
                </a:cubicBezTo>
                <a:cubicBezTo>
                  <a:pt x="977710" y="223895"/>
                  <a:pt x="987870" y="228213"/>
                  <a:pt x="997903" y="232848"/>
                </a:cubicBezTo>
                <a:cubicBezTo>
                  <a:pt x="1001967" y="234690"/>
                  <a:pt x="1006094" y="236404"/>
                  <a:pt x="1010031" y="238436"/>
                </a:cubicBezTo>
                <a:cubicBezTo>
                  <a:pt x="1010884" y="239145"/>
                  <a:pt x="1011393" y="240185"/>
                  <a:pt x="1011428" y="241294"/>
                </a:cubicBezTo>
                <a:cubicBezTo>
                  <a:pt x="1011811" y="243819"/>
                  <a:pt x="1011811" y="246388"/>
                  <a:pt x="1011428" y="248914"/>
                </a:cubicBezTo>
                <a:cubicBezTo>
                  <a:pt x="1010997" y="250790"/>
                  <a:pt x="1009830" y="252415"/>
                  <a:pt x="1008189" y="253422"/>
                </a:cubicBezTo>
                <a:cubicBezTo>
                  <a:pt x="989584" y="262693"/>
                  <a:pt x="970661" y="271456"/>
                  <a:pt x="952183" y="281045"/>
                </a:cubicBezTo>
                <a:cubicBezTo>
                  <a:pt x="936562" y="289173"/>
                  <a:pt x="921195" y="297872"/>
                  <a:pt x="906145" y="306953"/>
                </a:cubicBezTo>
                <a:cubicBezTo>
                  <a:pt x="894525" y="313938"/>
                  <a:pt x="883412" y="321939"/>
                  <a:pt x="872236" y="329622"/>
                </a:cubicBezTo>
                <a:cubicBezTo>
                  <a:pt x="859854" y="338131"/>
                  <a:pt x="847408" y="346513"/>
                  <a:pt x="835406" y="355467"/>
                </a:cubicBezTo>
                <a:cubicBezTo>
                  <a:pt x="822071" y="365500"/>
                  <a:pt x="808969" y="375829"/>
                  <a:pt x="796100" y="386455"/>
                </a:cubicBezTo>
                <a:cubicBezTo>
                  <a:pt x="784035" y="396297"/>
                  <a:pt x="772097" y="406330"/>
                  <a:pt x="760730" y="416998"/>
                </a:cubicBezTo>
                <a:cubicBezTo>
                  <a:pt x="745554" y="431159"/>
                  <a:pt x="730822" y="445827"/>
                  <a:pt x="716280" y="460686"/>
                </a:cubicBezTo>
                <a:cubicBezTo>
                  <a:pt x="707454" y="469640"/>
                  <a:pt x="699516" y="479419"/>
                  <a:pt x="690880" y="488563"/>
                </a:cubicBezTo>
                <a:cubicBezTo>
                  <a:pt x="689269" y="489731"/>
                  <a:pt x="687223" y="490126"/>
                  <a:pt x="685292" y="489642"/>
                </a:cubicBezTo>
                <a:cubicBezTo>
                  <a:pt x="682920" y="489162"/>
                  <a:pt x="680724" y="488042"/>
                  <a:pt x="678942" y="486404"/>
                </a:cubicBezTo>
                <a:cubicBezTo>
                  <a:pt x="677383" y="484647"/>
                  <a:pt x="676484" y="482402"/>
                  <a:pt x="676402" y="480054"/>
                </a:cubicBezTo>
                <a:cubicBezTo>
                  <a:pt x="676402" y="446208"/>
                  <a:pt x="676402" y="412299"/>
                  <a:pt x="676402" y="378454"/>
                </a:cubicBezTo>
                <a:lnTo>
                  <a:pt x="676402" y="287331"/>
                </a:lnTo>
                <a:close/>
              </a:path>
            </a:pathLst>
          </a:custGeom>
          <a:solidFill>
            <a:srgbClr val="F91258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EBBB6D40-B4C9-8B4A-B2A6-126F6490637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76238" y="2067007"/>
            <a:ext cx="5627171" cy="2353439"/>
          </a:xfrm>
        </p:spPr>
        <p:txBody>
          <a:bodyPr anchor="b" anchorCtr="0">
            <a:noAutofit/>
          </a:bodyPr>
          <a:lstStyle>
            <a:lvl1pPr algn="l">
              <a:lnSpc>
                <a:spcPts val="6000"/>
              </a:lnSpc>
              <a:defRPr sz="3600" spc="60" baseline="0">
                <a:solidFill>
                  <a:schemeClr val="bg1"/>
                </a:solidFill>
              </a:defRPr>
            </a:lvl1pPr>
          </a:lstStyle>
          <a:p>
            <a:r>
              <a:rPr lang="en-US" noProof="0" dirty="0"/>
              <a:t>CLICK TO EDIT MASTER TITLE STYLE</a:t>
            </a:r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399674577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_Text Slide - With side bar C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 userDrawn="1"/>
        </p:nvSpPr>
        <p:spPr>
          <a:xfrm>
            <a:off x="-1" y="0"/>
            <a:ext cx="4070352" cy="6858000"/>
          </a:xfrm>
          <a:prstGeom prst="rect">
            <a:avLst/>
          </a:prstGeom>
          <a:solidFill>
            <a:srgbClr val="7E007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Text Placeholder 2"/>
          <p:cNvSpPr>
            <a:spLocks noGrp="1"/>
          </p:cNvSpPr>
          <p:nvPr>
            <p:ph type="body" sz="quarter" idx="10" hasCustomPrompt="1"/>
          </p:nvPr>
        </p:nvSpPr>
        <p:spPr>
          <a:xfrm>
            <a:off x="384784" y="1349984"/>
            <a:ext cx="3443732" cy="2751998"/>
          </a:xfrm>
        </p:spPr>
        <p:txBody>
          <a:bodyPr/>
          <a:lstStyle>
            <a:lvl1pPr marL="0" indent="0">
              <a:lnSpc>
                <a:spcPct val="90000"/>
              </a:lnSpc>
              <a:spcAft>
                <a:spcPts val="0"/>
              </a:spcAft>
              <a:buFont typeface="Arial" panose="020B0604020202020204" pitchFamily="34" charset="0"/>
              <a:buNone/>
              <a:defRPr sz="3600" cap="all" spc="60" baseline="0">
                <a:solidFill>
                  <a:schemeClr val="bg1"/>
                </a:solidFill>
                <a:latin typeface="Krana Fat B" panose="00000B00000000000000" pitchFamily="50" charset="0"/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slide title to sit here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15" hasCustomPrompt="1"/>
          </p:nvPr>
        </p:nvSpPr>
        <p:spPr>
          <a:xfrm>
            <a:off x="5037138" y="1349984"/>
            <a:ext cx="5803900" cy="4094163"/>
          </a:xfrm>
        </p:spPr>
        <p:txBody>
          <a:bodyPr/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2000" b="0"/>
            </a:lvl1pPr>
            <a:lvl2pPr marL="180000" indent="-180000">
              <a:buFont typeface="Arial" panose="020B0604020202020204" pitchFamily="34" charset="0"/>
              <a:buChar char="•"/>
              <a:defRPr sz="2000"/>
            </a:lvl2pPr>
            <a:lvl3pPr marL="180000" indent="-180000">
              <a:buFont typeface="Arial" panose="020B0604020202020204" pitchFamily="34" charset="0"/>
              <a:buChar char="•"/>
              <a:defRPr/>
            </a:lvl3pPr>
            <a:lvl4pPr marL="180000" indent="-180000">
              <a:buFont typeface="Arial" panose="020B0604020202020204" pitchFamily="34" charset="0"/>
              <a:buChar char="•"/>
              <a:defRPr/>
            </a:lvl4pPr>
            <a:lvl5pPr marL="180000" indent="-180000"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consectetuer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</a:t>
            </a:r>
            <a:r>
              <a:rPr lang="en-US" dirty="0" err="1"/>
              <a:t>sed</a:t>
            </a:r>
            <a:r>
              <a:rPr lang="en-US" dirty="0"/>
              <a:t> </a:t>
            </a:r>
            <a:r>
              <a:rPr lang="en-US" dirty="0" err="1"/>
              <a:t>diam</a:t>
            </a:r>
            <a:r>
              <a:rPr lang="en-US" dirty="0"/>
              <a:t> </a:t>
            </a:r>
            <a:r>
              <a:rPr lang="en-US" dirty="0" err="1"/>
              <a:t>nonummy</a:t>
            </a:r>
            <a:r>
              <a:rPr lang="en-US" dirty="0"/>
              <a:t> </a:t>
            </a:r>
            <a:r>
              <a:rPr lang="en-US" dirty="0" err="1"/>
              <a:t>nibh</a:t>
            </a:r>
            <a:r>
              <a:rPr lang="en-US" dirty="0"/>
              <a:t> </a:t>
            </a:r>
            <a:r>
              <a:rPr lang="en-US" dirty="0" err="1"/>
              <a:t>laoreet</a:t>
            </a:r>
            <a:r>
              <a:rPr lang="en-US" dirty="0"/>
              <a:t> </a:t>
            </a:r>
            <a:r>
              <a:rPr lang="en-US" dirty="0" err="1"/>
              <a:t>dolore</a:t>
            </a:r>
            <a:r>
              <a:rPr lang="en-US" dirty="0"/>
              <a:t> magna.</a:t>
            </a:r>
          </a:p>
          <a:p>
            <a:pPr lvl="1"/>
            <a:r>
              <a:rPr lang="en-US" dirty="0"/>
              <a:t>Second level</a:t>
            </a:r>
          </a:p>
        </p:txBody>
      </p:sp>
      <p:grpSp>
        <p:nvGrpSpPr>
          <p:cNvPr id="33" name="Group 32"/>
          <p:cNvGrpSpPr/>
          <p:nvPr userDrawn="1"/>
        </p:nvGrpSpPr>
        <p:grpSpPr>
          <a:xfrm>
            <a:off x="-1717" y="4568506"/>
            <a:ext cx="4628886" cy="1406446"/>
            <a:chOff x="-1717" y="4568506"/>
            <a:chExt cx="4628886" cy="1406446"/>
          </a:xfrm>
          <a:solidFill>
            <a:srgbClr val="F91258"/>
          </a:solidFill>
        </p:grpSpPr>
        <p:sp>
          <p:nvSpPr>
            <p:cNvPr id="34" name="Freeform 33">
              <a:extLst>
                <a:ext uri="{FF2B5EF4-FFF2-40B4-BE49-F238E27FC236}">
                  <a16:creationId xmlns:a16="http://schemas.microsoft.com/office/drawing/2014/main" id="{2F450B4C-241D-A544-BBEF-175E01D6A139}"/>
                </a:ext>
              </a:extLst>
            </p:cNvPr>
            <p:cNvSpPr/>
            <p:nvPr userDrawn="1"/>
          </p:nvSpPr>
          <p:spPr>
            <a:xfrm>
              <a:off x="-1717" y="4568506"/>
              <a:ext cx="4004222" cy="595385"/>
            </a:xfrm>
            <a:custGeom>
              <a:avLst/>
              <a:gdLst>
                <a:gd name="connsiteX0" fmla="*/ 749871 w 749300"/>
                <a:gd name="connsiteY0" fmla="*/ 248186 h 247650"/>
                <a:gd name="connsiteX1" fmla="*/ 0 w 749300"/>
                <a:gd name="connsiteY1" fmla="*/ 248186 h 247650"/>
                <a:gd name="connsiteX2" fmla="*/ 0 w 749300"/>
                <a:gd name="connsiteY2" fmla="*/ 192497 h 247650"/>
                <a:gd name="connsiteX3" fmla="*/ 603885 w 749300"/>
                <a:gd name="connsiteY3" fmla="*/ 192497 h 247650"/>
                <a:gd name="connsiteX4" fmla="*/ 457200 w 749300"/>
                <a:gd name="connsiteY4" fmla="*/ 219 h 247650"/>
                <a:gd name="connsiteX5" fmla="*/ 515239 w 749300"/>
                <a:gd name="connsiteY5" fmla="*/ 219 h 247650"/>
                <a:gd name="connsiteX6" fmla="*/ 535495 w 749300"/>
                <a:gd name="connsiteY6" fmla="*/ 12347 h 247650"/>
                <a:gd name="connsiteX7" fmla="*/ 600011 w 749300"/>
                <a:gd name="connsiteY7" fmla="*/ 105057 h 247650"/>
                <a:gd name="connsiteX8" fmla="*/ 744030 w 749300"/>
                <a:gd name="connsiteY8" fmla="*/ 242090 h 247650"/>
                <a:gd name="connsiteX9" fmla="*/ 749236 w 749300"/>
                <a:gd name="connsiteY9" fmla="*/ 246535 h 247650"/>
                <a:gd name="connsiteX10" fmla="*/ 749871 w 749300"/>
                <a:gd name="connsiteY10" fmla="*/ 248186 h 247650"/>
                <a:gd name="connsiteX0" fmla="*/ 1670881 w 1670881"/>
                <a:gd name="connsiteY0" fmla="*/ 248186 h 248186"/>
                <a:gd name="connsiteX1" fmla="*/ 921010 w 1670881"/>
                <a:gd name="connsiteY1" fmla="*/ 248186 h 248186"/>
                <a:gd name="connsiteX2" fmla="*/ 0 w 1670881"/>
                <a:gd name="connsiteY2" fmla="*/ 192497 h 248186"/>
                <a:gd name="connsiteX3" fmla="*/ 1524895 w 1670881"/>
                <a:gd name="connsiteY3" fmla="*/ 192497 h 248186"/>
                <a:gd name="connsiteX4" fmla="*/ 1378210 w 1670881"/>
                <a:gd name="connsiteY4" fmla="*/ 219 h 248186"/>
                <a:gd name="connsiteX5" fmla="*/ 1436249 w 1670881"/>
                <a:gd name="connsiteY5" fmla="*/ 219 h 248186"/>
                <a:gd name="connsiteX6" fmla="*/ 1456505 w 1670881"/>
                <a:gd name="connsiteY6" fmla="*/ 12347 h 248186"/>
                <a:gd name="connsiteX7" fmla="*/ 1521021 w 1670881"/>
                <a:gd name="connsiteY7" fmla="*/ 105057 h 248186"/>
                <a:gd name="connsiteX8" fmla="*/ 1665040 w 1670881"/>
                <a:gd name="connsiteY8" fmla="*/ 242090 h 248186"/>
                <a:gd name="connsiteX9" fmla="*/ 1670246 w 1670881"/>
                <a:gd name="connsiteY9" fmla="*/ 246535 h 248186"/>
                <a:gd name="connsiteX10" fmla="*/ 1670881 w 1670881"/>
                <a:gd name="connsiteY10" fmla="*/ 248186 h 248186"/>
                <a:gd name="connsiteX0" fmla="*/ 1670881 w 1670881"/>
                <a:gd name="connsiteY0" fmla="*/ 248186 h 248186"/>
                <a:gd name="connsiteX1" fmla="*/ 1324 w 1670881"/>
                <a:gd name="connsiteY1" fmla="*/ 248186 h 248186"/>
                <a:gd name="connsiteX2" fmla="*/ 0 w 1670881"/>
                <a:gd name="connsiteY2" fmla="*/ 192497 h 248186"/>
                <a:gd name="connsiteX3" fmla="*/ 1524895 w 1670881"/>
                <a:gd name="connsiteY3" fmla="*/ 192497 h 248186"/>
                <a:gd name="connsiteX4" fmla="*/ 1378210 w 1670881"/>
                <a:gd name="connsiteY4" fmla="*/ 219 h 248186"/>
                <a:gd name="connsiteX5" fmla="*/ 1436249 w 1670881"/>
                <a:gd name="connsiteY5" fmla="*/ 219 h 248186"/>
                <a:gd name="connsiteX6" fmla="*/ 1456505 w 1670881"/>
                <a:gd name="connsiteY6" fmla="*/ 12347 h 248186"/>
                <a:gd name="connsiteX7" fmla="*/ 1521021 w 1670881"/>
                <a:gd name="connsiteY7" fmla="*/ 105057 h 248186"/>
                <a:gd name="connsiteX8" fmla="*/ 1665040 w 1670881"/>
                <a:gd name="connsiteY8" fmla="*/ 242090 h 248186"/>
                <a:gd name="connsiteX9" fmla="*/ 1670246 w 1670881"/>
                <a:gd name="connsiteY9" fmla="*/ 246535 h 248186"/>
                <a:gd name="connsiteX10" fmla="*/ 1670881 w 1670881"/>
                <a:gd name="connsiteY10" fmla="*/ 248186 h 248186"/>
                <a:gd name="connsiteX0" fmla="*/ 1669638 w 1669638"/>
                <a:gd name="connsiteY0" fmla="*/ 248186 h 248186"/>
                <a:gd name="connsiteX1" fmla="*/ 81 w 1669638"/>
                <a:gd name="connsiteY1" fmla="*/ 248186 h 248186"/>
                <a:gd name="connsiteX2" fmla="*/ 742 w 1669638"/>
                <a:gd name="connsiteY2" fmla="*/ 192497 h 248186"/>
                <a:gd name="connsiteX3" fmla="*/ 1523652 w 1669638"/>
                <a:gd name="connsiteY3" fmla="*/ 192497 h 248186"/>
                <a:gd name="connsiteX4" fmla="*/ 1376967 w 1669638"/>
                <a:gd name="connsiteY4" fmla="*/ 219 h 248186"/>
                <a:gd name="connsiteX5" fmla="*/ 1435006 w 1669638"/>
                <a:gd name="connsiteY5" fmla="*/ 219 h 248186"/>
                <a:gd name="connsiteX6" fmla="*/ 1455262 w 1669638"/>
                <a:gd name="connsiteY6" fmla="*/ 12347 h 248186"/>
                <a:gd name="connsiteX7" fmla="*/ 1519778 w 1669638"/>
                <a:gd name="connsiteY7" fmla="*/ 105057 h 248186"/>
                <a:gd name="connsiteX8" fmla="*/ 1663797 w 1669638"/>
                <a:gd name="connsiteY8" fmla="*/ 242090 h 248186"/>
                <a:gd name="connsiteX9" fmla="*/ 1669003 w 1669638"/>
                <a:gd name="connsiteY9" fmla="*/ 246535 h 248186"/>
                <a:gd name="connsiteX10" fmla="*/ 1669638 w 1669638"/>
                <a:gd name="connsiteY10" fmla="*/ 248186 h 248186"/>
                <a:gd name="connsiteX0" fmla="*/ 1668896 w 1668896"/>
                <a:gd name="connsiteY0" fmla="*/ 248186 h 248186"/>
                <a:gd name="connsiteX1" fmla="*/ 331 w 1668896"/>
                <a:gd name="connsiteY1" fmla="*/ 247193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  <a:gd name="connsiteX0" fmla="*/ 1669638 w 1669638"/>
                <a:gd name="connsiteY0" fmla="*/ 248186 h 248186"/>
                <a:gd name="connsiteX1" fmla="*/ 80 w 1669638"/>
                <a:gd name="connsiteY1" fmla="*/ 247193 h 248186"/>
                <a:gd name="connsiteX2" fmla="*/ 742 w 1669638"/>
                <a:gd name="connsiteY2" fmla="*/ 192497 h 248186"/>
                <a:gd name="connsiteX3" fmla="*/ 1523652 w 1669638"/>
                <a:gd name="connsiteY3" fmla="*/ 192497 h 248186"/>
                <a:gd name="connsiteX4" fmla="*/ 1376967 w 1669638"/>
                <a:gd name="connsiteY4" fmla="*/ 219 h 248186"/>
                <a:gd name="connsiteX5" fmla="*/ 1435006 w 1669638"/>
                <a:gd name="connsiteY5" fmla="*/ 219 h 248186"/>
                <a:gd name="connsiteX6" fmla="*/ 1455262 w 1669638"/>
                <a:gd name="connsiteY6" fmla="*/ 12347 h 248186"/>
                <a:gd name="connsiteX7" fmla="*/ 1519778 w 1669638"/>
                <a:gd name="connsiteY7" fmla="*/ 105057 h 248186"/>
                <a:gd name="connsiteX8" fmla="*/ 1663797 w 1669638"/>
                <a:gd name="connsiteY8" fmla="*/ 242090 h 248186"/>
                <a:gd name="connsiteX9" fmla="*/ 1669003 w 1669638"/>
                <a:gd name="connsiteY9" fmla="*/ 246535 h 248186"/>
                <a:gd name="connsiteX10" fmla="*/ 1669638 w 1669638"/>
                <a:gd name="connsiteY10" fmla="*/ 248186 h 248186"/>
                <a:gd name="connsiteX0" fmla="*/ 1668896 w 1668896"/>
                <a:gd name="connsiteY0" fmla="*/ 248186 h 248186"/>
                <a:gd name="connsiteX1" fmla="*/ 331 w 1668896"/>
                <a:gd name="connsiteY1" fmla="*/ 248186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668896" h="248186">
                  <a:moveTo>
                    <a:pt x="1668896" y="248186"/>
                  </a:moveTo>
                  <a:lnTo>
                    <a:pt x="331" y="248186"/>
                  </a:lnTo>
                  <a:cubicBezTo>
                    <a:pt x="-110" y="229623"/>
                    <a:pt x="441" y="211060"/>
                    <a:pt x="0" y="192497"/>
                  </a:cubicBezTo>
                  <a:lnTo>
                    <a:pt x="1522910" y="192497"/>
                  </a:lnTo>
                  <a:cubicBezTo>
                    <a:pt x="1465061" y="134140"/>
                    <a:pt x="1411785" y="74768"/>
                    <a:pt x="1376225" y="219"/>
                  </a:cubicBezTo>
                  <a:cubicBezTo>
                    <a:pt x="1396608" y="219"/>
                    <a:pt x="1415468" y="854"/>
                    <a:pt x="1434264" y="219"/>
                  </a:cubicBezTo>
                  <a:cubicBezTo>
                    <a:pt x="1443056" y="-1141"/>
                    <a:pt x="1451568" y="3956"/>
                    <a:pt x="1454520" y="12347"/>
                  </a:cubicBezTo>
                  <a:cubicBezTo>
                    <a:pt x="1472082" y="45816"/>
                    <a:pt x="1493755" y="76961"/>
                    <a:pt x="1519036" y="105057"/>
                  </a:cubicBezTo>
                  <a:cubicBezTo>
                    <a:pt x="1562664" y="155126"/>
                    <a:pt x="1610880" y="201004"/>
                    <a:pt x="1663055" y="242090"/>
                  </a:cubicBezTo>
                  <a:cubicBezTo>
                    <a:pt x="1664833" y="243551"/>
                    <a:pt x="1666610" y="245011"/>
                    <a:pt x="1668261" y="246535"/>
                  </a:cubicBezTo>
                  <a:cubicBezTo>
                    <a:pt x="1668579" y="246599"/>
                    <a:pt x="1668579" y="247170"/>
                    <a:pt x="1668896" y="248186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35" name="Freeform 34">
              <a:extLst>
                <a:ext uri="{FF2B5EF4-FFF2-40B4-BE49-F238E27FC236}">
                  <a16:creationId xmlns:a16="http://schemas.microsoft.com/office/drawing/2014/main" id="{17BA7C41-EA1C-2F4D-90C7-EC472AB85B8A}"/>
                </a:ext>
              </a:extLst>
            </p:cNvPr>
            <p:cNvSpPr/>
            <p:nvPr/>
          </p:nvSpPr>
          <p:spPr>
            <a:xfrm>
              <a:off x="3713028" y="4568727"/>
              <a:ext cx="914141" cy="1401463"/>
            </a:xfrm>
            <a:custGeom>
              <a:avLst/>
              <a:gdLst>
                <a:gd name="connsiteX0" fmla="*/ 275717 w 381000"/>
                <a:gd name="connsiteY0" fmla="*/ 292862 h 584200"/>
                <a:gd name="connsiteX1" fmla="*/ 0 w 381000"/>
                <a:gd name="connsiteY1" fmla="*/ 762 h 584200"/>
                <a:gd name="connsiteX2" fmla="*/ 5779 w 381000"/>
                <a:gd name="connsiteY2" fmla="*/ 0 h 584200"/>
                <a:gd name="connsiteX3" fmla="*/ 65532 w 381000"/>
                <a:gd name="connsiteY3" fmla="*/ 0 h 584200"/>
                <a:gd name="connsiteX4" fmla="*/ 73089 w 381000"/>
                <a:gd name="connsiteY4" fmla="*/ 4191 h 584200"/>
                <a:gd name="connsiteX5" fmla="*/ 202629 w 381000"/>
                <a:gd name="connsiteY5" fmla="*/ 164973 h 584200"/>
                <a:gd name="connsiteX6" fmla="*/ 377889 w 381000"/>
                <a:gd name="connsiteY6" fmla="*/ 290449 h 584200"/>
                <a:gd name="connsiteX7" fmla="*/ 381318 w 381000"/>
                <a:gd name="connsiteY7" fmla="*/ 292481 h 584200"/>
                <a:gd name="connsiteX8" fmla="*/ 340043 w 381000"/>
                <a:gd name="connsiteY8" fmla="*/ 317881 h 584200"/>
                <a:gd name="connsiteX9" fmla="*/ 126238 w 381000"/>
                <a:gd name="connsiteY9" fmla="*/ 500698 h 584200"/>
                <a:gd name="connsiteX10" fmla="*/ 74358 w 381000"/>
                <a:gd name="connsiteY10" fmla="*/ 579120 h 584200"/>
                <a:gd name="connsiteX11" fmla="*/ 65024 w 381000"/>
                <a:gd name="connsiteY11" fmla="*/ 584708 h 584200"/>
                <a:gd name="connsiteX12" fmla="*/ 0 w 381000"/>
                <a:gd name="connsiteY12" fmla="*/ 584708 h 584200"/>
                <a:gd name="connsiteX13" fmla="*/ 275717 w 381000"/>
                <a:gd name="connsiteY13" fmla="*/ 292862 h 584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81000" h="584200">
                  <a:moveTo>
                    <a:pt x="275717" y="292862"/>
                  </a:moveTo>
                  <a:cubicBezTo>
                    <a:pt x="157290" y="220155"/>
                    <a:pt x="68517" y="120840"/>
                    <a:pt x="0" y="762"/>
                  </a:cubicBezTo>
                  <a:cubicBezTo>
                    <a:pt x="1912" y="408"/>
                    <a:pt x="3840" y="154"/>
                    <a:pt x="5779" y="0"/>
                  </a:cubicBezTo>
                  <a:cubicBezTo>
                    <a:pt x="25654" y="0"/>
                    <a:pt x="45593" y="0"/>
                    <a:pt x="65532" y="0"/>
                  </a:cubicBezTo>
                  <a:cubicBezTo>
                    <a:pt x="68552" y="194"/>
                    <a:pt x="71325" y="1732"/>
                    <a:pt x="73089" y="4191"/>
                  </a:cubicBezTo>
                  <a:cubicBezTo>
                    <a:pt x="105855" y="66230"/>
                    <a:pt x="150940" y="118491"/>
                    <a:pt x="202629" y="164973"/>
                  </a:cubicBezTo>
                  <a:cubicBezTo>
                    <a:pt x="256618" y="212664"/>
                    <a:pt x="315344" y="254708"/>
                    <a:pt x="377889" y="290449"/>
                  </a:cubicBezTo>
                  <a:lnTo>
                    <a:pt x="381318" y="292481"/>
                  </a:lnTo>
                  <a:cubicBezTo>
                    <a:pt x="367221" y="301180"/>
                    <a:pt x="353568" y="309372"/>
                    <a:pt x="340043" y="317881"/>
                  </a:cubicBezTo>
                  <a:cubicBezTo>
                    <a:pt x="260224" y="368681"/>
                    <a:pt x="186246" y="426593"/>
                    <a:pt x="126238" y="500698"/>
                  </a:cubicBezTo>
                  <a:cubicBezTo>
                    <a:pt x="106331" y="525012"/>
                    <a:pt x="88949" y="551288"/>
                    <a:pt x="74358" y="579120"/>
                  </a:cubicBezTo>
                  <a:cubicBezTo>
                    <a:pt x="72939" y="582938"/>
                    <a:pt x="69060" y="585261"/>
                    <a:pt x="65024" y="584708"/>
                  </a:cubicBezTo>
                  <a:cubicBezTo>
                    <a:pt x="43879" y="584391"/>
                    <a:pt x="22733" y="584708"/>
                    <a:pt x="0" y="584708"/>
                  </a:cubicBezTo>
                  <a:cubicBezTo>
                    <a:pt x="68517" y="464693"/>
                    <a:pt x="157862" y="365951"/>
                    <a:pt x="275717" y="292862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36" name="Freeform 35">
              <a:extLst>
                <a:ext uri="{FF2B5EF4-FFF2-40B4-BE49-F238E27FC236}">
                  <a16:creationId xmlns:a16="http://schemas.microsoft.com/office/drawing/2014/main" id="{2F450B4C-241D-A544-BBEF-175E01D6A139}"/>
                </a:ext>
              </a:extLst>
            </p:cNvPr>
            <p:cNvSpPr/>
            <p:nvPr userDrawn="1"/>
          </p:nvSpPr>
          <p:spPr>
            <a:xfrm flipV="1">
              <a:off x="-1717" y="5379567"/>
              <a:ext cx="4004222" cy="595385"/>
            </a:xfrm>
            <a:custGeom>
              <a:avLst/>
              <a:gdLst>
                <a:gd name="connsiteX0" fmla="*/ 749871 w 749300"/>
                <a:gd name="connsiteY0" fmla="*/ 248186 h 247650"/>
                <a:gd name="connsiteX1" fmla="*/ 0 w 749300"/>
                <a:gd name="connsiteY1" fmla="*/ 248186 h 247650"/>
                <a:gd name="connsiteX2" fmla="*/ 0 w 749300"/>
                <a:gd name="connsiteY2" fmla="*/ 192497 h 247650"/>
                <a:gd name="connsiteX3" fmla="*/ 603885 w 749300"/>
                <a:gd name="connsiteY3" fmla="*/ 192497 h 247650"/>
                <a:gd name="connsiteX4" fmla="*/ 457200 w 749300"/>
                <a:gd name="connsiteY4" fmla="*/ 219 h 247650"/>
                <a:gd name="connsiteX5" fmla="*/ 515239 w 749300"/>
                <a:gd name="connsiteY5" fmla="*/ 219 h 247650"/>
                <a:gd name="connsiteX6" fmla="*/ 535495 w 749300"/>
                <a:gd name="connsiteY6" fmla="*/ 12347 h 247650"/>
                <a:gd name="connsiteX7" fmla="*/ 600011 w 749300"/>
                <a:gd name="connsiteY7" fmla="*/ 105057 h 247650"/>
                <a:gd name="connsiteX8" fmla="*/ 744030 w 749300"/>
                <a:gd name="connsiteY8" fmla="*/ 242090 h 247650"/>
                <a:gd name="connsiteX9" fmla="*/ 749236 w 749300"/>
                <a:gd name="connsiteY9" fmla="*/ 246535 h 247650"/>
                <a:gd name="connsiteX10" fmla="*/ 749871 w 749300"/>
                <a:gd name="connsiteY10" fmla="*/ 248186 h 247650"/>
                <a:gd name="connsiteX0" fmla="*/ 1670881 w 1670881"/>
                <a:gd name="connsiteY0" fmla="*/ 248186 h 248186"/>
                <a:gd name="connsiteX1" fmla="*/ 921010 w 1670881"/>
                <a:gd name="connsiteY1" fmla="*/ 248186 h 248186"/>
                <a:gd name="connsiteX2" fmla="*/ 0 w 1670881"/>
                <a:gd name="connsiteY2" fmla="*/ 192497 h 248186"/>
                <a:gd name="connsiteX3" fmla="*/ 1524895 w 1670881"/>
                <a:gd name="connsiteY3" fmla="*/ 192497 h 248186"/>
                <a:gd name="connsiteX4" fmla="*/ 1378210 w 1670881"/>
                <a:gd name="connsiteY4" fmla="*/ 219 h 248186"/>
                <a:gd name="connsiteX5" fmla="*/ 1436249 w 1670881"/>
                <a:gd name="connsiteY5" fmla="*/ 219 h 248186"/>
                <a:gd name="connsiteX6" fmla="*/ 1456505 w 1670881"/>
                <a:gd name="connsiteY6" fmla="*/ 12347 h 248186"/>
                <a:gd name="connsiteX7" fmla="*/ 1521021 w 1670881"/>
                <a:gd name="connsiteY7" fmla="*/ 105057 h 248186"/>
                <a:gd name="connsiteX8" fmla="*/ 1665040 w 1670881"/>
                <a:gd name="connsiteY8" fmla="*/ 242090 h 248186"/>
                <a:gd name="connsiteX9" fmla="*/ 1670246 w 1670881"/>
                <a:gd name="connsiteY9" fmla="*/ 246535 h 248186"/>
                <a:gd name="connsiteX10" fmla="*/ 1670881 w 1670881"/>
                <a:gd name="connsiteY10" fmla="*/ 248186 h 248186"/>
                <a:gd name="connsiteX0" fmla="*/ 1670881 w 1670881"/>
                <a:gd name="connsiteY0" fmla="*/ 248186 h 248186"/>
                <a:gd name="connsiteX1" fmla="*/ 1324 w 1670881"/>
                <a:gd name="connsiteY1" fmla="*/ 248186 h 248186"/>
                <a:gd name="connsiteX2" fmla="*/ 0 w 1670881"/>
                <a:gd name="connsiteY2" fmla="*/ 192497 h 248186"/>
                <a:gd name="connsiteX3" fmla="*/ 1524895 w 1670881"/>
                <a:gd name="connsiteY3" fmla="*/ 192497 h 248186"/>
                <a:gd name="connsiteX4" fmla="*/ 1378210 w 1670881"/>
                <a:gd name="connsiteY4" fmla="*/ 219 h 248186"/>
                <a:gd name="connsiteX5" fmla="*/ 1436249 w 1670881"/>
                <a:gd name="connsiteY5" fmla="*/ 219 h 248186"/>
                <a:gd name="connsiteX6" fmla="*/ 1456505 w 1670881"/>
                <a:gd name="connsiteY6" fmla="*/ 12347 h 248186"/>
                <a:gd name="connsiteX7" fmla="*/ 1521021 w 1670881"/>
                <a:gd name="connsiteY7" fmla="*/ 105057 h 248186"/>
                <a:gd name="connsiteX8" fmla="*/ 1665040 w 1670881"/>
                <a:gd name="connsiteY8" fmla="*/ 242090 h 248186"/>
                <a:gd name="connsiteX9" fmla="*/ 1670246 w 1670881"/>
                <a:gd name="connsiteY9" fmla="*/ 246535 h 248186"/>
                <a:gd name="connsiteX10" fmla="*/ 1670881 w 1670881"/>
                <a:gd name="connsiteY10" fmla="*/ 248186 h 248186"/>
                <a:gd name="connsiteX0" fmla="*/ 1669638 w 1669638"/>
                <a:gd name="connsiteY0" fmla="*/ 248186 h 248186"/>
                <a:gd name="connsiteX1" fmla="*/ 81 w 1669638"/>
                <a:gd name="connsiteY1" fmla="*/ 248186 h 248186"/>
                <a:gd name="connsiteX2" fmla="*/ 742 w 1669638"/>
                <a:gd name="connsiteY2" fmla="*/ 192497 h 248186"/>
                <a:gd name="connsiteX3" fmla="*/ 1523652 w 1669638"/>
                <a:gd name="connsiteY3" fmla="*/ 192497 h 248186"/>
                <a:gd name="connsiteX4" fmla="*/ 1376967 w 1669638"/>
                <a:gd name="connsiteY4" fmla="*/ 219 h 248186"/>
                <a:gd name="connsiteX5" fmla="*/ 1435006 w 1669638"/>
                <a:gd name="connsiteY5" fmla="*/ 219 h 248186"/>
                <a:gd name="connsiteX6" fmla="*/ 1455262 w 1669638"/>
                <a:gd name="connsiteY6" fmla="*/ 12347 h 248186"/>
                <a:gd name="connsiteX7" fmla="*/ 1519778 w 1669638"/>
                <a:gd name="connsiteY7" fmla="*/ 105057 h 248186"/>
                <a:gd name="connsiteX8" fmla="*/ 1663797 w 1669638"/>
                <a:gd name="connsiteY8" fmla="*/ 242090 h 248186"/>
                <a:gd name="connsiteX9" fmla="*/ 1669003 w 1669638"/>
                <a:gd name="connsiteY9" fmla="*/ 246535 h 248186"/>
                <a:gd name="connsiteX10" fmla="*/ 1669638 w 1669638"/>
                <a:gd name="connsiteY10" fmla="*/ 248186 h 248186"/>
                <a:gd name="connsiteX0" fmla="*/ 1668896 w 1668896"/>
                <a:gd name="connsiteY0" fmla="*/ 248186 h 248186"/>
                <a:gd name="connsiteX1" fmla="*/ 331 w 1668896"/>
                <a:gd name="connsiteY1" fmla="*/ 247193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  <a:gd name="connsiteX0" fmla="*/ 1669638 w 1669638"/>
                <a:gd name="connsiteY0" fmla="*/ 248186 h 248186"/>
                <a:gd name="connsiteX1" fmla="*/ 80 w 1669638"/>
                <a:gd name="connsiteY1" fmla="*/ 247193 h 248186"/>
                <a:gd name="connsiteX2" fmla="*/ 742 w 1669638"/>
                <a:gd name="connsiteY2" fmla="*/ 192497 h 248186"/>
                <a:gd name="connsiteX3" fmla="*/ 1523652 w 1669638"/>
                <a:gd name="connsiteY3" fmla="*/ 192497 h 248186"/>
                <a:gd name="connsiteX4" fmla="*/ 1376967 w 1669638"/>
                <a:gd name="connsiteY4" fmla="*/ 219 h 248186"/>
                <a:gd name="connsiteX5" fmla="*/ 1435006 w 1669638"/>
                <a:gd name="connsiteY5" fmla="*/ 219 h 248186"/>
                <a:gd name="connsiteX6" fmla="*/ 1455262 w 1669638"/>
                <a:gd name="connsiteY6" fmla="*/ 12347 h 248186"/>
                <a:gd name="connsiteX7" fmla="*/ 1519778 w 1669638"/>
                <a:gd name="connsiteY7" fmla="*/ 105057 h 248186"/>
                <a:gd name="connsiteX8" fmla="*/ 1663797 w 1669638"/>
                <a:gd name="connsiteY8" fmla="*/ 242090 h 248186"/>
                <a:gd name="connsiteX9" fmla="*/ 1669003 w 1669638"/>
                <a:gd name="connsiteY9" fmla="*/ 246535 h 248186"/>
                <a:gd name="connsiteX10" fmla="*/ 1669638 w 1669638"/>
                <a:gd name="connsiteY10" fmla="*/ 248186 h 248186"/>
                <a:gd name="connsiteX0" fmla="*/ 1668896 w 1668896"/>
                <a:gd name="connsiteY0" fmla="*/ 248186 h 248186"/>
                <a:gd name="connsiteX1" fmla="*/ 331 w 1668896"/>
                <a:gd name="connsiteY1" fmla="*/ 248186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668896" h="248186">
                  <a:moveTo>
                    <a:pt x="1668896" y="248186"/>
                  </a:moveTo>
                  <a:lnTo>
                    <a:pt x="331" y="248186"/>
                  </a:lnTo>
                  <a:cubicBezTo>
                    <a:pt x="-110" y="229623"/>
                    <a:pt x="441" y="211060"/>
                    <a:pt x="0" y="192497"/>
                  </a:cubicBezTo>
                  <a:lnTo>
                    <a:pt x="1522910" y="192497"/>
                  </a:lnTo>
                  <a:cubicBezTo>
                    <a:pt x="1465061" y="134140"/>
                    <a:pt x="1411785" y="74768"/>
                    <a:pt x="1376225" y="219"/>
                  </a:cubicBezTo>
                  <a:cubicBezTo>
                    <a:pt x="1396608" y="219"/>
                    <a:pt x="1415468" y="854"/>
                    <a:pt x="1434264" y="219"/>
                  </a:cubicBezTo>
                  <a:cubicBezTo>
                    <a:pt x="1443056" y="-1141"/>
                    <a:pt x="1451568" y="3956"/>
                    <a:pt x="1454520" y="12347"/>
                  </a:cubicBezTo>
                  <a:cubicBezTo>
                    <a:pt x="1472082" y="45816"/>
                    <a:pt x="1493755" y="76961"/>
                    <a:pt x="1519036" y="105057"/>
                  </a:cubicBezTo>
                  <a:cubicBezTo>
                    <a:pt x="1562664" y="155126"/>
                    <a:pt x="1610880" y="201004"/>
                    <a:pt x="1663055" y="242090"/>
                  </a:cubicBezTo>
                  <a:cubicBezTo>
                    <a:pt x="1664833" y="243551"/>
                    <a:pt x="1666610" y="245011"/>
                    <a:pt x="1668261" y="246535"/>
                  </a:cubicBezTo>
                  <a:cubicBezTo>
                    <a:pt x="1668579" y="246599"/>
                    <a:pt x="1668579" y="247170"/>
                    <a:pt x="1668896" y="248186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</p:spTree>
    <p:extLst>
      <p:ext uri="{BB962C8B-B14F-4D97-AF65-F5344CB8AC3E}">
        <p14:creationId xmlns:p14="http://schemas.microsoft.com/office/powerpoint/2010/main" val="334578805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45">
          <p15:clr>
            <a:srgbClr val="FBAE40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5_Text Slide 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2"/>
          <p:cNvSpPr>
            <a:spLocks noGrp="1"/>
          </p:cNvSpPr>
          <p:nvPr>
            <p:ph type="body" sz="quarter" idx="10" hasCustomPrompt="1"/>
          </p:nvPr>
        </p:nvSpPr>
        <p:spPr>
          <a:xfrm>
            <a:off x="384784" y="1242034"/>
            <a:ext cx="3694112" cy="2917842"/>
          </a:xfrm>
        </p:spPr>
        <p:txBody>
          <a:bodyPr anchor="b"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3600" cap="none" baseline="0">
                <a:latin typeface="Krana Fat B" panose="00000B00000000000000" pitchFamily="50" charset="0"/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Click to </a:t>
            </a:r>
            <a:br>
              <a:rPr lang="en-US" dirty="0"/>
            </a:br>
            <a:r>
              <a:rPr lang="en-US" dirty="0"/>
              <a:t>edit slide title</a:t>
            </a:r>
          </a:p>
        </p:txBody>
      </p:sp>
      <p:sp>
        <p:nvSpPr>
          <p:cNvPr id="12" name="Text Placeholder 4"/>
          <p:cNvSpPr>
            <a:spLocks noGrp="1"/>
          </p:cNvSpPr>
          <p:nvPr>
            <p:ph type="body" sz="quarter" idx="11" hasCustomPrompt="1"/>
          </p:nvPr>
        </p:nvSpPr>
        <p:spPr>
          <a:xfrm>
            <a:off x="6098146" y="579549"/>
            <a:ext cx="5718225" cy="5899039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2000" b="0"/>
            </a:lvl1pPr>
            <a:lvl2pPr marL="180000" marR="0" indent="-1800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Pct val="125000"/>
              <a:buFont typeface="Arial" panose="020B0604020202020204" pitchFamily="34" charset="0"/>
              <a:buChar char="•"/>
              <a:tabLst/>
              <a:defRPr sz="2000"/>
            </a:lvl2pPr>
            <a:lvl3pPr marL="180000" indent="-180000">
              <a:buFont typeface="Arial" panose="020B0604020202020204" pitchFamily="34" charset="0"/>
              <a:buChar char="•"/>
              <a:defRPr sz="2000"/>
            </a:lvl3pPr>
            <a:lvl4pPr marL="180000" indent="-180000">
              <a:buFont typeface="Arial" panose="020B0604020202020204" pitchFamily="34" charset="0"/>
              <a:buChar char="•"/>
              <a:defRPr/>
            </a:lvl4pPr>
            <a:lvl5pPr marL="180000" indent="-180000"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 dirty="0"/>
              <a:t>Edit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2"/>
            <a:r>
              <a:rPr lang="en-GB" dirty="0"/>
              <a:t>Fourth level</a:t>
            </a:r>
          </a:p>
          <a:p>
            <a:pPr lvl="2"/>
            <a:r>
              <a:rPr lang="en-GB" dirty="0"/>
              <a:t>Fifth level</a:t>
            </a:r>
          </a:p>
        </p:txBody>
      </p:sp>
      <p:grpSp>
        <p:nvGrpSpPr>
          <p:cNvPr id="24" name="Group 23"/>
          <p:cNvGrpSpPr/>
          <p:nvPr userDrawn="1"/>
        </p:nvGrpSpPr>
        <p:grpSpPr>
          <a:xfrm>
            <a:off x="-6058" y="3531457"/>
            <a:ext cx="5797612" cy="2365031"/>
            <a:chOff x="-2229" y="2361812"/>
            <a:chExt cx="11067619" cy="4514835"/>
          </a:xfrm>
          <a:solidFill>
            <a:srgbClr val="7E007C"/>
          </a:solidFill>
        </p:grpSpPr>
        <p:sp>
          <p:nvSpPr>
            <p:cNvPr id="25" name="Freeform 24">
              <a:extLst>
                <a:ext uri="{FF2B5EF4-FFF2-40B4-BE49-F238E27FC236}">
                  <a16:creationId xmlns:a16="http://schemas.microsoft.com/office/drawing/2014/main" id="{2F450B4C-241D-A544-BBEF-175E01D6A139}"/>
                </a:ext>
              </a:extLst>
            </p:cNvPr>
            <p:cNvSpPr/>
            <p:nvPr userDrawn="1"/>
          </p:nvSpPr>
          <p:spPr>
            <a:xfrm>
              <a:off x="-2229" y="2361812"/>
              <a:ext cx="9087449" cy="1912558"/>
            </a:xfrm>
            <a:custGeom>
              <a:avLst/>
              <a:gdLst>
                <a:gd name="connsiteX0" fmla="*/ 749871 w 749300"/>
                <a:gd name="connsiteY0" fmla="*/ 248186 h 247650"/>
                <a:gd name="connsiteX1" fmla="*/ 0 w 749300"/>
                <a:gd name="connsiteY1" fmla="*/ 248186 h 247650"/>
                <a:gd name="connsiteX2" fmla="*/ 0 w 749300"/>
                <a:gd name="connsiteY2" fmla="*/ 192497 h 247650"/>
                <a:gd name="connsiteX3" fmla="*/ 603885 w 749300"/>
                <a:gd name="connsiteY3" fmla="*/ 192497 h 247650"/>
                <a:gd name="connsiteX4" fmla="*/ 457200 w 749300"/>
                <a:gd name="connsiteY4" fmla="*/ 219 h 247650"/>
                <a:gd name="connsiteX5" fmla="*/ 515239 w 749300"/>
                <a:gd name="connsiteY5" fmla="*/ 219 h 247650"/>
                <a:gd name="connsiteX6" fmla="*/ 535495 w 749300"/>
                <a:gd name="connsiteY6" fmla="*/ 12347 h 247650"/>
                <a:gd name="connsiteX7" fmla="*/ 600011 w 749300"/>
                <a:gd name="connsiteY7" fmla="*/ 105057 h 247650"/>
                <a:gd name="connsiteX8" fmla="*/ 744030 w 749300"/>
                <a:gd name="connsiteY8" fmla="*/ 242090 h 247650"/>
                <a:gd name="connsiteX9" fmla="*/ 749236 w 749300"/>
                <a:gd name="connsiteY9" fmla="*/ 246535 h 247650"/>
                <a:gd name="connsiteX10" fmla="*/ 749871 w 749300"/>
                <a:gd name="connsiteY10" fmla="*/ 248186 h 247650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806"/>
                <a:gd name="connsiteX1" fmla="*/ 62 w 1182006"/>
                <a:gd name="connsiteY1" fmla="*/ 248806 h 248806"/>
                <a:gd name="connsiteX2" fmla="*/ 0 w 1182006"/>
                <a:gd name="connsiteY2" fmla="*/ 192497 h 248806"/>
                <a:gd name="connsiteX3" fmla="*/ 1036020 w 1182006"/>
                <a:gd name="connsiteY3" fmla="*/ 192497 h 248806"/>
                <a:gd name="connsiteX4" fmla="*/ 889335 w 1182006"/>
                <a:gd name="connsiteY4" fmla="*/ 219 h 248806"/>
                <a:gd name="connsiteX5" fmla="*/ 947374 w 1182006"/>
                <a:gd name="connsiteY5" fmla="*/ 219 h 248806"/>
                <a:gd name="connsiteX6" fmla="*/ 967630 w 1182006"/>
                <a:gd name="connsiteY6" fmla="*/ 12347 h 248806"/>
                <a:gd name="connsiteX7" fmla="*/ 1032146 w 1182006"/>
                <a:gd name="connsiteY7" fmla="*/ 105057 h 248806"/>
                <a:gd name="connsiteX8" fmla="*/ 1176165 w 1182006"/>
                <a:gd name="connsiteY8" fmla="*/ 242090 h 248806"/>
                <a:gd name="connsiteX9" fmla="*/ 1181371 w 1182006"/>
                <a:gd name="connsiteY9" fmla="*/ 246535 h 248806"/>
                <a:gd name="connsiteX10" fmla="*/ 1182006 w 1182006"/>
                <a:gd name="connsiteY10" fmla="*/ 248186 h 2488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82006" h="248806">
                  <a:moveTo>
                    <a:pt x="1182006" y="248186"/>
                  </a:moveTo>
                  <a:lnTo>
                    <a:pt x="62" y="248806"/>
                  </a:lnTo>
                  <a:cubicBezTo>
                    <a:pt x="41" y="230036"/>
                    <a:pt x="21" y="211267"/>
                    <a:pt x="0" y="192497"/>
                  </a:cubicBezTo>
                  <a:lnTo>
                    <a:pt x="1036020" y="192497"/>
                  </a:lnTo>
                  <a:cubicBezTo>
                    <a:pt x="978171" y="134140"/>
                    <a:pt x="924895" y="74768"/>
                    <a:pt x="889335" y="219"/>
                  </a:cubicBezTo>
                  <a:cubicBezTo>
                    <a:pt x="909718" y="219"/>
                    <a:pt x="928578" y="854"/>
                    <a:pt x="947374" y="219"/>
                  </a:cubicBezTo>
                  <a:cubicBezTo>
                    <a:pt x="956166" y="-1141"/>
                    <a:pt x="964678" y="3956"/>
                    <a:pt x="967630" y="12347"/>
                  </a:cubicBezTo>
                  <a:cubicBezTo>
                    <a:pt x="985192" y="45816"/>
                    <a:pt x="1006865" y="76961"/>
                    <a:pt x="1032146" y="105057"/>
                  </a:cubicBezTo>
                  <a:cubicBezTo>
                    <a:pt x="1075774" y="155126"/>
                    <a:pt x="1123990" y="201004"/>
                    <a:pt x="1176165" y="242090"/>
                  </a:cubicBezTo>
                  <a:cubicBezTo>
                    <a:pt x="1177943" y="243551"/>
                    <a:pt x="1179720" y="245011"/>
                    <a:pt x="1181371" y="246535"/>
                  </a:cubicBezTo>
                  <a:cubicBezTo>
                    <a:pt x="1181689" y="246599"/>
                    <a:pt x="1181689" y="247170"/>
                    <a:pt x="1182006" y="248186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6" name="Freeform 25">
              <a:extLst>
                <a:ext uri="{FF2B5EF4-FFF2-40B4-BE49-F238E27FC236}">
                  <a16:creationId xmlns:a16="http://schemas.microsoft.com/office/drawing/2014/main" id="{17BA7C41-EA1C-2F4D-90C7-EC472AB85B8A}"/>
                </a:ext>
              </a:extLst>
            </p:cNvPr>
            <p:cNvSpPr/>
            <p:nvPr/>
          </p:nvSpPr>
          <p:spPr>
            <a:xfrm>
              <a:off x="8136202" y="2367285"/>
              <a:ext cx="2929188" cy="4490714"/>
            </a:xfrm>
            <a:custGeom>
              <a:avLst/>
              <a:gdLst>
                <a:gd name="connsiteX0" fmla="*/ 275717 w 381000"/>
                <a:gd name="connsiteY0" fmla="*/ 292862 h 584200"/>
                <a:gd name="connsiteX1" fmla="*/ 0 w 381000"/>
                <a:gd name="connsiteY1" fmla="*/ 762 h 584200"/>
                <a:gd name="connsiteX2" fmla="*/ 5779 w 381000"/>
                <a:gd name="connsiteY2" fmla="*/ 0 h 584200"/>
                <a:gd name="connsiteX3" fmla="*/ 65532 w 381000"/>
                <a:gd name="connsiteY3" fmla="*/ 0 h 584200"/>
                <a:gd name="connsiteX4" fmla="*/ 73089 w 381000"/>
                <a:gd name="connsiteY4" fmla="*/ 4191 h 584200"/>
                <a:gd name="connsiteX5" fmla="*/ 202629 w 381000"/>
                <a:gd name="connsiteY5" fmla="*/ 164973 h 584200"/>
                <a:gd name="connsiteX6" fmla="*/ 377889 w 381000"/>
                <a:gd name="connsiteY6" fmla="*/ 290449 h 584200"/>
                <a:gd name="connsiteX7" fmla="*/ 381318 w 381000"/>
                <a:gd name="connsiteY7" fmla="*/ 292481 h 584200"/>
                <a:gd name="connsiteX8" fmla="*/ 340043 w 381000"/>
                <a:gd name="connsiteY8" fmla="*/ 317881 h 584200"/>
                <a:gd name="connsiteX9" fmla="*/ 126238 w 381000"/>
                <a:gd name="connsiteY9" fmla="*/ 500698 h 584200"/>
                <a:gd name="connsiteX10" fmla="*/ 74358 w 381000"/>
                <a:gd name="connsiteY10" fmla="*/ 579120 h 584200"/>
                <a:gd name="connsiteX11" fmla="*/ 65024 w 381000"/>
                <a:gd name="connsiteY11" fmla="*/ 584708 h 584200"/>
                <a:gd name="connsiteX12" fmla="*/ 0 w 381000"/>
                <a:gd name="connsiteY12" fmla="*/ 584708 h 584200"/>
                <a:gd name="connsiteX13" fmla="*/ 275717 w 381000"/>
                <a:gd name="connsiteY13" fmla="*/ 292862 h 584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81000" h="584200">
                  <a:moveTo>
                    <a:pt x="275717" y="292862"/>
                  </a:moveTo>
                  <a:cubicBezTo>
                    <a:pt x="157290" y="220155"/>
                    <a:pt x="68517" y="120840"/>
                    <a:pt x="0" y="762"/>
                  </a:cubicBezTo>
                  <a:cubicBezTo>
                    <a:pt x="1912" y="408"/>
                    <a:pt x="3840" y="154"/>
                    <a:pt x="5779" y="0"/>
                  </a:cubicBezTo>
                  <a:cubicBezTo>
                    <a:pt x="25654" y="0"/>
                    <a:pt x="45593" y="0"/>
                    <a:pt x="65532" y="0"/>
                  </a:cubicBezTo>
                  <a:cubicBezTo>
                    <a:pt x="68552" y="194"/>
                    <a:pt x="71325" y="1732"/>
                    <a:pt x="73089" y="4191"/>
                  </a:cubicBezTo>
                  <a:cubicBezTo>
                    <a:pt x="105855" y="66230"/>
                    <a:pt x="150940" y="118491"/>
                    <a:pt x="202629" y="164973"/>
                  </a:cubicBezTo>
                  <a:cubicBezTo>
                    <a:pt x="256618" y="212664"/>
                    <a:pt x="315344" y="254708"/>
                    <a:pt x="377889" y="290449"/>
                  </a:cubicBezTo>
                  <a:lnTo>
                    <a:pt x="381318" y="292481"/>
                  </a:lnTo>
                  <a:cubicBezTo>
                    <a:pt x="367221" y="301180"/>
                    <a:pt x="353568" y="309372"/>
                    <a:pt x="340043" y="317881"/>
                  </a:cubicBezTo>
                  <a:cubicBezTo>
                    <a:pt x="260224" y="368681"/>
                    <a:pt x="186246" y="426593"/>
                    <a:pt x="126238" y="500698"/>
                  </a:cubicBezTo>
                  <a:cubicBezTo>
                    <a:pt x="106331" y="525012"/>
                    <a:pt x="88949" y="551288"/>
                    <a:pt x="74358" y="579120"/>
                  </a:cubicBezTo>
                  <a:cubicBezTo>
                    <a:pt x="72939" y="582938"/>
                    <a:pt x="69060" y="585261"/>
                    <a:pt x="65024" y="584708"/>
                  </a:cubicBezTo>
                  <a:cubicBezTo>
                    <a:pt x="43879" y="584391"/>
                    <a:pt x="22733" y="584708"/>
                    <a:pt x="0" y="584708"/>
                  </a:cubicBezTo>
                  <a:cubicBezTo>
                    <a:pt x="68517" y="464693"/>
                    <a:pt x="157862" y="365951"/>
                    <a:pt x="275717" y="292862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7" name="Freeform 26">
              <a:extLst>
                <a:ext uri="{FF2B5EF4-FFF2-40B4-BE49-F238E27FC236}">
                  <a16:creationId xmlns:a16="http://schemas.microsoft.com/office/drawing/2014/main" id="{2F450B4C-241D-A544-BBEF-175E01D6A139}"/>
                </a:ext>
              </a:extLst>
            </p:cNvPr>
            <p:cNvSpPr/>
            <p:nvPr userDrawn="1"/>
          </p:nvSpPr>
          <p:spPr>
            <a:xfrm flipV="1">
              <a:off x="-467" y="4964089"/>
              <a:ext cx="9087449" cy="1912558"/>
            </a:xfrm>
            <a:custGeom>
              <a:avLst/>
              <a:gdLst>
                <a:gd name="connsiteX0" fmla="*/ 749871 w 749300"/>
                <a:gd name="connsiteY0" fmla="*/ 248186 h 247650"/>
                <a:gd name="connsiteX1" fmla="*/ 0 w 749300"/>
                <a:gd name="connsiteY1" fmla="*/ 248186 h 247650"/>
                <a:gd name="connsiteX2" fmla="*/ 0 w 749300"/>
                <a:gd name="connsiteY2" fmla="*/ 192497 h 247650"/>
                <a:gd name="connsiteX3" fmla="*/ 603885 w 749300"/>
                <a:gd name="connsiteY3" fmla="*/ 192497 h 247650"/>
                <a:gd name="connsiteX4" fmla="*/ 457200 w 749300"/>
                <a:gd name="connsiteY4" fmla="*/ 219 h 247650"/>
                <a:gd name="connsiteX5" fmla="*/ 515239 w 749300"/>
                <a:gd name="connsiteY5" fmla="*/ 219 h 247650"/>
                <a:gd name="connsiteX6" fmla="*/ 535495 w 749300"/>
                <a:gd name="connsiteY6" fmla="*/ 12347 h 247650"/>
                <a:gd name="connsiteX7" fmla="*/ 600011 w 749300"/>
                <a:gd name="connsiteY7" fmla="*/ 105057 h 247650"/>
                <a:gd name="connsiteX8" fmla="*/ 744030 w 749300"/>
                <a:gd name="connsiteY8" fmla="*/ 242090 h 247650"/>
                <a:gd name="connsiteX9" fmla="*/ 749236 w 749300"/>
                <a:gd name="connsiteY9" fmla="*/ 246535 h 247650"/>
                <a:gd name="connsiteX10" fmla="*/ 749871 w 749300"/>
                <a:gd name="connsiteY10" fmla="*/ 248186 h 247650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806"/>
                <a:gd name="connsiteX1" fmla="*/ 62 w 1182006"/>
                <a:gd name="connsiteY1" fmla="*/ 248806 h 248806"/>
                <a:gd name="connsiteX2" fmla="*/ 0 w 1182006"/>
                <a:gd name="connsiteY2" fmla="*/ 192497 h 248806"/>
                <a:gd name="connsiteX3" fmla="*/ 1036020 w 1182006"/>
                <a:gd name="connsiteY3" fmla="*/ 192497 h 248806"/>
                <a:gd name="connsiteX4" fmla="*/ 889335 w 1182006"/>
                <a:gd name="connsiteY4" fmla="*/ 219 h 248806"/>
                <a:gd name="connsiteX5" fmla="*/ 947374 w 1182006"/>
                <a:gd name="connsiteY5" fmla="*/ 219 h 248806"/>
                <a:gd name="connsiteX6" fmla="*/ 967630 w 1182006"/>
                <a:gd name="connsiteY6" fmla="*/ 12347 h 248806"/>
                <a:gd name="connsiteX7" fmla="*/ 1032146 w 1182006"/>
                <a:gd name="connsiteY7" fmla="*/ 105057 h 248806"/>
                <a:gd name="connsiteX8" fmla="*/ 1176165 w 1182006"/>
                <a:gd name="connsiteY8" fmla="*/ 242090 h 248806"/>
                <a:gd name="connsiteX9" fmla="*/ 1181371 w 1182006"/>
                <a:gd name="connsiteY9" fmla="*/ 246535 h 248806"/>
                <a:gd name="connsiteX10" fmla="*/ 1182006 w 1182006"/>
                <a:gd name="connsiteY10" fmla="*/ 248186 h 2488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82006" h="248806">
                  <a:moveTo>
                    <a:pt x="1182006" y="248186"/>
                  </a:moveTo>
                  <a:lnTo>
                    <a:pt x="62" y="248806"/>
                  </a:lnTo>
                  <a:cubicBezTo>
                    <a:pt x="41" y="230036"/>
                    <a:pt x="21" y="211267"/>
                    <a:pt x="0" y="192497"/>
                  </a:cubicBezTo>
                  <a:lnTo>
                    <a:pt x="1036020" y="192497"/>
                  </a:lnTo>
                  <a:cubicBezTo>
                    <a:pt x="978171" y="134140"/>
                    <a:pt x="924895" y="74768"/>
                    <a:pt x="889335" y="219"/>
                  </a:cubicBezTo>
                  <a:cubicBezTo>
                    <a:pt x="909718" y="219"/>
                    <a:pt x="928578" y="854"/>
                    <a:pt x="947374" y="219"/>
                  </a:cubicBezTo>
                  <a:cubicBezTo>
                    <a:pt x="956166" y="-1141"/>
                    <a:pt x="964678" y="3956"/>
                    <a:pt x="967630" y="12347"/>
                  </a:cubicBezTo>
                  <a:cubicBezTo>
                    <a:pt x="985192" y="45816"/>
                    <a:pt x="1006865" y="76961"/>
                    <a:pt x="1032146" y="105057"/>
                  </a:cubicBezTo>
                  <a:cubicBezTo>
                    <a:pt x="1075774" y="155126"/>
                    <a:pt x="1123990" y="201004"/>
                    <a:pt x="1176165" y="242090"/>
                  </a:cubicBezTo>
                  <a:cubicBezTo>
                    <a:pt x="1177943" y="243551"/>
                    <a:pt x="1179720" y="245011"/>
                    <a:pt x="1181371" y="246535"/>
                  </a:cubicBezTo>
                  <a:cubicBezTo>
                    <a:pt x="1181689" y="246599"/>
                    <a:pt x="1181689" y="247170"/>
                    <a:pt x="1182006" y="248186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</p:spTree>
    <p:extLst>
      <p:ext uri="{BB962C8B-B14F-4D97-AF65-F5344CB8AC3E}">
        <p14:creationId xmlns:p14="http://schemas.microsoft.com/office/powerpoint/2010/main" val="159614847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77">
          <p15:clr>
            <a:srgbClr val="FBAE40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 and Image (half screen)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7"/>
          <p:cNvSpPr>
            <a:spLocks noGrp="1"/>
          </p:cNvSpPr>
          <p:nvPr>
            <p:ph type="body" sz="quarter" idx="11" hasCustomPrompt="1"/>
          </p:nvPr>
        </p:nvSpPr>
        <p:spPr>
          <a:xfrm>
            <a:off x="373063" y="1892635"/>
            <a:ext cx="6143484" cy="4376323"/>
          </a:xfrm>
        </p:spPr>
        <p:txBody>
          <a:bodyPr/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2000" b="0"/>
            </a:lvl1pPr>
            <a:lvl2pPr marL="171450" indent="-171450">
              <a:lnSpc>
                <a:spcPct val="100000"/>
              </a:lnSpc>
              <a:buFont typeface="Arial" panose="020B0604020202020204" pitchFamily="34" charset="0"/>
              <a:buChar char="•"/>
              <a:defRPr sz="2000" b="0"/>
            </a:lvl2pPr>
            <a:lvl3pPr>
              <a:lnSpc>
                <a:spcPct val="100000"/>
              </a:lnSpc>
              <a:defRPr sz="1800" b="0"/>
            </a:lvl3pPr>
            <a:lvl4pPr>
              <a:lnSpc>
                <a:spcPct val="100000"/>
              </a:lnSpc>
              <a:defRPr sz="1800" b="0"/>
            </a:lvl4pPr>
            <a:lvl5pPr>
              <a:lnSpc>
                <a:spcPct val="100000"/>
              </a:lnSpc>
              <a:defRPr sz="1800" b="0"/>
            </a:lvl5pPr>
          </a:lstStyle>
          <a:p>
            <a:pPr lvl="0"/>
            <a:r>
              <a:rPr lang="en-US" dirty="0"/>
              <a:t>Edit text</a:t>
            </a:r>
          </a:p>
          <a:p>
            <a:pPr lvl="1"/>
            <a:r>
              <a:rPr lang="en-US" dirty="0"/>
              <a:t>Second level</a:t>
            </a:r>
          </a:p>
          <a:p>
            <a:pPr lvl="1"/>
            <a:r>
              <a:rPr lang="en-US" dirty="0"/>
              <a:t>Third level</a:t>
            </a:r>
          </a:p>
          <a:p>
            <a:pPr lvl="1"/>
            <a:r>
              <a:rPr lang="en-US" dirty="0"/>
              <a:t>Fourth level</a:t>
            </a:r>
          </a:p>
          <a:p>
            <a:pPr lvl="1"/>
            <a:r>
              <a:rPr lang="en-US" dirty="0"/>
              <a:t>Fifth level</a:t>
            </a:r>
          </a:p>
        </p:txBody>
      </p:sp>
      <p:sp>
        <p:nvSpPr>
          <p:cNvPr id="7" name="Picture Placeholder 4">
            <a:extLst>
              <a:ext uri="{FF2B5EF4-FFF2-40B4-BE49-F238E27FC236}">
                <a16:creationId xmlns:a16="http://schemas.microsoft.com/office/drawing/2014/main" id="{749837D3-F6DB-DB49-B987-A2004B0611D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967959" y="0"/>
            <a:ext cx="5224040" cy="685799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1" name="Text Placeholder 2"/>
          <p:cNvSpPr>
            <a:spLocks noGrp="1"/>
          </p:cNvSpPr>
          <p:nvPr>
            <p:ph type="body" sz="quarter" idx="12" hasCustomPrompt="1"/>
          </p:nvPr>
        </p:nvSpPr>
        <p:spPr>
          <a:xfrm>
            <a:off x="385650" y="1147572"/>
            <a:ext cx="5123903" cy="520262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3600" cap="none" baseline="0">
                <a:solidFill>
                  <a:srgbClr val="004050"/>
                </a:solidFill>
                <a:latin typeface="Krana Fat B" panose="00000B00000000000000" pitchFamily="50" charset="0"/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Click to edit slide title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FC785C16-E254-5242-9D90-DA9B7DC9FE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56421" y="6511672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760" b="1" i="0">
                <a:solidFill>
                  <a:schemeClr val="tx1"/>
                </a:solidFill>
                <a:latin typeface="Montserrat" pitchFamily="2" charset="77"/>
              </a:defRPr>
            </a:lvl1pPr>
          </a:lstStyle>
          <a:p>
            <a:fld id="{EF892D59-8F09-EF4B-AD6D-DA609442F868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6" name="Freeform 15">
            <a:extLst>
              <a:ext uri="{FF2B5EF4-FFF2-40B4-BE49-F238E27FC236}">
                <a16:creationId xmlns:a16="http://schemas.microsoft.com/office/drawing/2014/main" id="{D44E23D4-CD16-B448-8F0A-11F5CE4FAB4C}"/>
              </a:ext>
            </a:extLst>
          </p:cNvPr>
          <p:cNvSpPr/>
          <p:nvPr userDrawn="1"/>
        </p:nvSpPr>
        <p:spPr>
          <a:xfrm>
            <a:off x="3229535" y="4488657"/>
            <a:ext cx="3729957" cy="2369343"/>
          </a:xfrm>
          <a:custGeom>
            <a:avLst/>
            <a:gdLst>
              <a:gd name="connsiteX0" fmla="*/ 117151 w 1009650"/>
              <a:gd name="connsiteY0" fmla="*/ 24275 h 641350"/>
              <a:gd name="connsiteX1" fmla="*/ 692 w 1009650"/>
              <a:gd name="connsiteY1" fmla="*/ 235603 h 641350"/>
              <a:gd name="connsiteX2" fmla="*/ 208781 w 1009650"/>
              <a:gd name="connsiteY2" fmla="*/ 429659 h 641350"/>
              <a:gd name="connsiteX3" fmla="*/ 350450 w 1009650"/>
              <a:gd name="connsiteY3" fmla="*/ 429659 h 641350"/>
              <a:gd name="connsiteX4" fmla="*/ 350450 w 1009650"/>
              <a:gd name="connsiteY4" fmla="*/ 641432 h 641350"/>
              <a:gd name="connsiteX5" fmla="*/ 428301 w 1009650"/>
              <a:gd name="connsiteY5" fmla="*/ 641432 h 641350"/>
              <a:gd name="connsiteX6" fmla="*/ 428301 w 1009650"/>
              <a:gd name="connsiteY6" fmla="*/ 430358 h 641350"/>
              <a:gd name="connsiteX7" fmla="*/ 777551 w 1009650"/>
              <a:gd name="connsiteY7" fmla="*/ 430358 h 641350"/>
              <a:gd name="connsiteX8" fmla="*/ 652519 w 1009650"/>
              <a:gd name="connsiteY8" fmla="*/ 640352 h 641350"/>
              <a:gd name="connsiteX9" fmla="*/ 698747 w 1009650"/>
              <a:gd name="connsiteY9" fmla="*/ 640352 h 641350"/>
              <a:gd name="connsiteX10" fmla="*/ 713225 w 1009650"/>
              <a:gd name="connsiteY10" fmla="*/ 633050 h 641350"/>
              <a:gd name="connsiteX11" fmla="*/ 864800 w 1009650"/>
              <a:gd name="connsiteY11" fmla="*/ 484206 h 641350"/>
              <a:gd name="connsiteX12" fmla="*/ 1004881 w 1009650"/>
              <a:gd name="connsiteY12" fmla="*/ 412641 h 641350"/>
              <a:gd name="connsiteX13" fmla="*/ 1011231 w 1009650"/>
              <a:gd name="connsiteY13" fmla="*/ 402608 h 641350"/>
              <a:gd name="connsiteX14" fmla="*/ 1011231 w 1009650"/>
              <a:gd name="connsiteY14" fmla="*/ 379685 h 641350"/>
              <a:gd name="connsiteX15" fmla="*/ 1003547 w 1009650"/>
              <a:gd name="connsiteY15" fmla="*/ 368826 h 641350"/>
              <a:gd name="connsiteX16" fmla="*/ 710241 w 1009650"/>
              <a:gd name="connsiteY16" fmla="*/ 145624 h 641350"/>
              <a:gd name="connsiteX17" fmla="*/ 705224 w 1009650"/>
              <a:gd name="connsiteY17" fmla="*/ 141687 h 641350"/>
              <a:gd name="connsiteX18" fmla="*/ 652138 w 1009650"/>
              <a:gd name="connsiteY18" fmla="*/ 141687 h 641350"/>
              <a:gd name="connsiteX19" fmla="*/ 777487 w 1009650"/>
              <a:gd name="connsiteY19" fmla="*/ 353078 h 641350"/>
              <a:gd name="connsiteX20" fmla="*/ 428237 w 1009650"/>
              <a:gd name="connsiteY20" fmla="*/ 353078 h 641350"/>
              <a:gd name="connsiteX21" fmla="*/ 428237 w 1009650"/>
              <a:gd name="connsiteY21" fmla="*/ 344887 h 641350"/>
              <a:gd name="connsiteX22" fmla="*/ 428237 w 1009650"/>
              <a:gd name="connsiteY22" fmla="*/ 210013 h 641350"/>
              <a:gd name="connsiteX23" fmla="*/ 422776 w 1009650"/>
              <a:gd name="connsiteY23" fmla="*/ 165563 h 641350"/>
              <a:gd name="connsiteX24" fmla="*/ 278060 w 1009650"/>
              <a:gd name="connsiteY24" fmla="*/ 11385 h 641350"/>
              <a:gd name="connsiteX25" fmla="*/ 117151 w 1009650"/>
              <a:gd name="connsiteY25" fmla="*/ 24275 h 641350"/>
              <a:gd name="connsiteX26" fmla="*/ 331654 w 1009650"/>
              <a:gd name="connsiteY26" fmla="*/ 145370 h 641350"/>
              <a:gd name="connsiteX27" fmla="*/ 350704 w 1009650"/>
              <a:gd name="connsiteY27" fmla="*/ 216045 h 641350"/>
              <a:gd name="connsiteX28" fmla="*/ 350704 w 1009650"/>
              <a:gd name="connsiteY28" fmla="*/ 343045 h 641350"/>
              <a:gd name="connsiteX29" fmla="*/ 350704 w 1009650"/>
              <a:gd name="connsiteY29" fmla="*/ 352634 h 641350"/>
              <a:gd name="connsiteX30" fmla="*/ 346513 w 1009650"/>
              <a:gd name="connsiteY30" fmla="*/ 353142 h 641350"/>
              <a:gd name="connsiteX31" fmla="*/ 208591 w 1009650"/>
              <a:gd name="connsiteY31" fmla="*/ 352697 h 641350"/>
              <a:gd name="connsiteX32" fmla="*/ 104069 w 1009650"/>
              <a:gd name="connsiteY32" fmla="*/ 297579 h 641350"/>
              <a:gd name="connsiteX33" fmla="*/ 190493 w 1009650"/>
              <a:gd name="connsiteY33" fmla="*/ 79457 h 641350"/>
              <a:gd name="connsiteX34" fmla="*/ 331654 w 1009650"/>
              <a:gd name="connsiteY34" fmla="*/ 145370 h 6413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</a:cxnLst>
            <a:rect l="l" t="t" r="r" b="b"/>
            <a:pathLst>
              <a:path w="1009650" h="641350">
                <a:moveTo>
                  <a:pt x="117151" y="24275"/>
                </a:moveTo>
                <a:cubicBezTo>
                  <a:pt x="34918" y="69741"/>
                  <a:pt x="-5912" y="140163"/>
                  <a:pt x="692" y="235603"/>
                </a:cubicBezTo>
                <a:cubicBezTo>
                  <a:pt x="7994" y="341013"/>
                  <a:pt x="103117" y="429659"/>
                  <a:pt x="208781" y="429659"/>
                </a:cubicBezTo>
                <a:lnTo>
                  <a:pt x="350450" y="429659"/>
                </a:lnTo>
                <a:lnTo>
                  <a:pt x="350450" y="641432"/>
                </a:lnTo>
                <a:lnTo>
                  <a:pt x="428301" y="641432"/>
                </a:lnTo>
                <a:lnTo>
                  <a:pt x="428301" y="430358"/>
                </a:lnTo>
                <a:lnTo>
                  <a:pt x="777551" y="430358"/>
                </a:lnTo>
                <a:cubicBezTo>
                  <a:pt x="722305" y="492842"/>
                  <a:pt x="679379" y="561231"/>
                  <a:pt x="652519" y="640352"/>
                </a:cubicBezTo>
                <a:cubicBezTo>
                  <a:pt x="668712" y="640352"/>
                  <a:pt x="683761" y="640352"/>
                  <a:pt x="698747" y="640352"/>
                </a:cubicBezTo>
                <a:cubicBezTo>
                  <a:pt x="704581" y="640933"/>
                  <a:pt x="710224" y="638086"/>
                  <a:pt x="713225" y="633050"/>
                </a:cubicBezTo>
                <a:cubicBezTo>
                  <a:pt x="754165" y="574534"/>
                  <a:pt x="805550" y="524075"/>
                  <a:pt x="864800" y="484206"/>
                </a:cubicBezTo>
                <a:cubicBezTo>
                  <a:pt x="908435" y="454786"/>
                  <a:pt x="955471" y="430757"/>
                  <a:pt x="1004881" y="412641"/>
                </a:cubicBezTo>
                <a:cubicBezTo>
                  <a:pt x="1009346" y="411541"/>
                  <a:pt x="1012148" y="407114"/>
                  <a:pt x="1011231" y="402608"/>
                </a:cubicBezTo>
                <a:cubicBezTo>
                  <a:pt x="1010723" y="394975"/>
                  <a:pt x="1010723" y="387317"/>
                  <a:pt x="1011231" y="379685"/>
                </a:cubicBezTo>
                <a:cubicBezTo>
                  <a:pt x="1011802" y="373335"/>
                  <a:pt x="1009135" y="370922"/>
                  <a:pt x="1003547" y="368826"/>
                </a:cubicBezTo>
                <a:cubicBezTo>
                  <a:pt x="883532" y="323741"/>
                  <a:pt x="784154" y="251351"/>
                  <a:pt x="710241" y="145624"/>
                </a:cubicBezTo>
                <a:cubicBezTo>
                  <a:pt x="709034" y="143909"/>
                  <a:pt x="706939" y="141750"/>
                  <a:pt x="705224" y="141687"/>
                </a:cubicBezTo>
                <a:cubicBezTo>
                  <a:pt x="687889" y="141687"/>
                  <a:pt x="670616" y="141687"/>
                  <a:pt x="652138" y="141687"/>
                </a:cubicBezTo>
                <a:cubicBezTo>
                  <a:pt x="678808" y="221506"/>
                  <a:pt x="721988" y="290213"/>
                  <a:pt x="777487" y="353078"/>
                </a:cubicBezTo>
                <a:lnTo>
                  <a:pt x="428237" y="353078"/>
                </a:lnTo>
                <a:lnTo>
                  <a:pt x="428237" y="344887"/>
                </a:lnTo>
                <a:cubicBezTo>
                  <a:pt x="428237" y="299929"/>
                  <a:pt x="428681" y="254971"/>
                  <a:pt x="428237" y="210013"/>
                </a:cubicBezTo>
                <a:cubicBezTo>
                  <a:pt x="428159" y="195034"/>
                  <a:pt x="426326" y="180115"/>
                  <a:pt x="422776" y="165563"/>
                </a:cubicBezTo>
                <a:cubicBezTo>
                  <a:pt x="402392" y="88283"/>
                  <a:pt x="353498" y="36150"/>
                  <a:pt x="278060" y="11385"/>
                </a:cubicBezTo>
                <a:cubicBezTo>
                  <a:pt x="223323" y="-6776"/>
                  <a:pt x="167760" y="-3728"/>
                  <a:pt x="117151" y="24275"/>
                </a:cubicBezTo>
                <a:close/>
                <a:moveTo>
                  <a:pt x="331654" y="145370"/>
                </a:moveTo>
                <a:cubicBezTo>
                  <a:pt x="344472" y="166690"/>
                  <a:pt x="351071" y="191171"/>
                  <a:pt x="350704" y="216045"/>
                </a:cubicBezTo>
                <a:cubicBezTo>
                  <a:pt x="350704" y="258463"/>
                  <a:pt x="350704" y="300818"/>
                  <a:pt x="350704" y="343045"/>
                </a:cubicBezTo>
                <a:lnTo>
                  <a:pt x="350704" y="352634"/>
                </a:lnTo>
                <a:cubicBezTo>
                  <a:pt x="349319" y="352892"/>
                  <a:pt x="347920" y="353061"/>
                  <a:pt x="346513" y="353142"/>
                </a:cubicBezTo>
                <a:cubicBezTo>
                  <a:pt x="300539" y="353142"/>
                  <a:pt x="254564" y="353142"/>
                  <a:pt x="208591" y="352697"/>
                </a:cubicBezTo>
                <a:cubicBezTo>
                  <a:pt x="164649" y="352062"/>
                  <a:pt x="129724" y="332123"/>
                  <a:pt x="104069" y="297579"/>
                </a:cubicBezTo>
                <a:cubicBezTo>
                  <a:pt x="38347" y="209187"/>
                  <a:pt x="96132" y="97173"/>
                  <a:pt x="190493" y="79457"/>
                </a:cubicBezTo>
                <a:cubicBezTo>
                  <a:pt x="246651" y="70112"/>
                  <a:pt x="302766" y="96313"/>
                  <a:pt x="331654" y="145370"/>
                </a:cubicBezTo>
                <a:close/>
              </a:path>
            </a:pathLst>
          </a:custGeom>
          <a:solidFill>
            <a:srgbClr val="7E007C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8" name="Rectangle 7"/>
          <p:cNvSpPr/>
          <p:nvPr userDrawn="1"/>
        </p:nvSpPr>
        <p:spPr>
          <a:xfrm>
            <a:off x="0" y="75715"/>
            <a:ext cx="1089126" cy="80956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546401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77">
          <p15:clr>
            <a:srgbClr val="FBAE40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Activity 1">
    <p:bg>
      <p:bgPr>
        <a:solidFill>
          <a:srgbClr val="7E007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9">
            <a:extLst>
              <a:ext uri="{FF2B5EF4-FFF2-40B4-BE49-F238E27FC236}">
                <a16:creationId xmlns:a16="http://schemas.microsoft.com/office/drawing/2014/main" id="{56887D20-DCD6-8E49-BF31-8F4C2FCCD421}"/>
              </a:ext>
            </a:extLst>
          </p:cNvPr>
          <p:cNvSpPr/>
          <p:nvPr userDrawn="1"/>
        </p:nvSpPr>
        <p:spPr>
          <a:xfrm>
            <a:off x="487005" y="518307"/>
            <a:ext cx="3525956" cy="4061544"/>
          </a:xfrm>
          <a:custGeom>
            <a:avLst/>
            <a:gdLst>
              <a:gd name="connsiteX0" fmla="*/ 1008895 w 1003300"/>
              <a:gd name="connsiteY0" fmla="*/ 731076 h 1155700"/>
              <a:gd name="connsiteX1" fmla="*/ 581921 w 1003300"/>
              <a:gd name="connsiteY1" fmla="*/ 1157986 h 1155700"/>
              <a:gd name="connsiteX2" fmla="*/ 581921 w 1003300"/>
              <a:gd name="connsiteY2" fmla="*/ 932371 h 1155700"/>
              <a:gd name="connsiteX3" fmla="*/ 565728 w 1003300"/>
              <a:gd name="connsiteY3" fmla="*/ 932371 h 1155700"/>
              <a:gd name="connsiteX4" fmla="*/ 485337 w 1003300"/>
              <a:gd name="connsiteY4" fmla="*/ 923163 h 1155700"/>
              <a:gd name="connsiteX5" fmla="*/ 405454 w 1003300"/>
              <a:gd name="connsiteY5" fmla="*/ 877824 h 1155700"/>
              <a:gd name="connsiteX6" fmla="*/ 306585 w 1003300"/>
              <a:gd name="connsiteY6" fmla="*/ 784035 h 1155700"/>
              <a:gd name="connsiteX7" fmla="*/ 114497 w 1003300"/>
              <a:gd name="connsiteY7" fmla="*/ 591312 h 1155700"/>
              <a:gd name="connsiteX8" fmla="*/ 29534 w 1003300"/>
              <a:gd name="connsiteY8" fmla="*/ 484251 h 1155700"/>
              <a:gd name="connsiteX9" fmla="*/ 7500 w 1003300"/>
              <a:gd name="connsiteY9" fmla="*/ 408051 h 1155700"/>
              <a:gd name="connsiteX10" fmla="*/ 452 w 1003300"/>
              <a:gd name="connsiteY10" fmla="*/ 282766 h 1155700"/>
              <a:gd name="connsiteX11" fmla="*/ 452 w 1003300"/>
              <a:gd name="connsiteY11" fmla="*/ 10668 h 1155700"/>
              <a:gd name="connsiteX12" fmla="*/ 452 w 1003300"/>
              <a:gd name="connsiteY12" fmla="*/ 1333 h 1155700"/>
              <a:gd name="connsiteX13" fmla="*/ 201937 w 1003300"/>
              <a:gd name="connsiteY13" fmla="*/ 203200 h 1155700"/>
              <a:gd name="connsiteX14" fmla="*/ 405137 w 1003300"/>
              <a:gd name="connsiteY14" fmla="*/ 0 h 1155700"/>
              <a:gd name="connsiteX15" fmla="*/ 405137 w 1003300"/>
              <a:gd name="connsiteY15" fmla="*/ 527876 h 1155700"/>
              <a:gd name="connsiteX16" fmla="*/ 573221 w 1003300"/>
              <a:gd name="connsiteY16" fmla="*/ 527876 h 1155700"/>
              <a:gd name="connsiteX17" fmla="*/ 581984 w 1003300"/>
              <a:gd name="connsiteY17" fmla="*/ 518732 h 1155700"/>
              <a:gd name="connsiteX18" fmla="*/ 581984 w 1003300"/>
              <a:gd name="connsiteY18" fmla="*/ 303975 h 1155700"/>
              <a:gd name="connsiteX19" fmla="*/ 1008895 w 1003300"/>
              <a:gd name="connsiteY19" fmla="*/ 731076 h 1155700"/>
              <a:gd name="connsiteX20" fmla="*/ 649929 w 1003300"/>
              <a:gd name="connsiteY20" fmla="*/ 864426 h 1155700"/>
              <a:gd name="connsiteX21" fmla="*/ 649929 w 1003300"/>
              <a:gd name="connsiteY21" fmla="*/ 991807 h 1155700"/>
              <a:gd name="connsiteX22" fmla="*/ 911359 w 1003300"/>
              <a:gd name="connsiteY22" fmla="*/ 730568 h 1155700"/>
              <a:gd name="connsiteX23" fmla="*/ 649231 w 1003300"/>
              <a:gd name="connsiteY23" fmla="*/ 468376 h 1155700"/>
              <a:gd name="connsiteX24" fmla="*/ 649231 w 1003300"/>
              <a:gd name="connsiteY24" fmla="*/ 595693 h 1155700"/>
              <a:gd name="connsiteX25" fmla="*/ 216732 w 1003300"/>
              <a:gd name="connsiteY25" fmla="*/ 595693 h 1155700"/>
              <a:gd name="connsiteX26" fmla="*/ 221558 w 1003300"/>
              <a:gd name="connsiteY26" fmla="*/ 601091 h 1155700"/>
              <a:gd name="connsiteX27" fmla="*/ 427870 w 1003300"/>
              <a:gd name="connsiteY27" fmla="*/ 807720 h 1155700"/>
              <a:gd name="connsiteX28" fmla="*/ 542170 w 1003300"/>
              <a:gd name="connsiteY28" fmla="*/ 862457 h 1155700"/>
              <a:gd name="connsiteX29" fmla="*/ 624720 w 1003300"/>
              <a:gd name="connsiteY29" fmla="*/ 864426 h 1155700"/>
              <a:gd name="connsiteX30" fmla="*/ 649929 w 1003300"/>
              <a:gd name="connsiteY30" fmla="*/ 864426 h 1155700"/>
              <a:gd name="connsiteX31" fmla="*/ 68523 w 1003300"/>
              <a:gd name="connsiteY31" fmla="*/ 162941 h 1155700"/>
              <a:gd name="connsiteX32" fmla="*/ 68142 w 1003300"/>
              <a:gd name="connsiteY32" fmla="*/ 168275 h 1155700"/>
              <a:gd name="connsiteX33" fmla="*/ 68460 w 1003300"/>
              <a:gd name="connsiteY33" fmla="*/ 339725 h 1155700"/>
              <a:gd name="connsiteX34" fmla="*/ 75318 w 1003300"/>
              <a:gd name="connsiteY34" fmla="*/ 411162 h 1155700"/>
              <a:gd name="connsiteX35" fmla="*/ 127325 w 1003300"/>
              <a:gd name="connsiteY35" fmla="*/ 494665 h 1155700"/>
              <a:gd name="connsiteX36" fmla="*/ 203207 w 1003300"/>
              <a:gd name="connsiteY36" fmla="*/ 521780 h 1155700"/>
              <a:gd name="connsiteX37" fmla="*/ 333889 w 1003300"/>
              <a:gd name="connsiteY37" fmla="*/ 527558 h 1155700"/>
              <a:gd name="connsiteX38" fmla="*/ 336937 w 1003300"/>
              <a:gd name="connsiteY38" fmla="*/ 526732 h 1155700"/>
              <a:gd name="connsiteX39" fmla="*/ 336938 w 1003300"/>
              <a:gd name="connsiteY39" fmla="*/ 162243 h 1155700"/>
              <a:gd name="connsiteX40" fmla="*/ 202508 w 1003300"/>
              <a:gd name="connsiteY40" fmla="*/ 295021 h 1155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</a:cxnLst>
            <a:rect l="l" t="t" r="r" b="b"/>
            <a:pathLst>
              <a:path w="1003300" h="1155700">
                <a:moveTo>
                  <a:pt x="1008895" y="731076"/>
                </a:moveTo>
                <a:lnTo>
                  <a:pt x="581921" y="1157986"/>
                </a:lnTo>
                <a:lnTo>
                  <a:pt x="581921" y="932371"/>
                </a:lnTo>
                <a:lnTo>
                  <a:pt x="565728" y="932371"/>
                </a:lnTo>
                <a:cubicBezTo>
                  <a:pt x="538636" y="932998"/>
                  <a:pt x="511586" y="929900"/>
                  <a:pt x="485337" y="923163"/>
                </a:cubicBezTo>
                <a:cubicBezTo>
                  <a:pt x="455495" y="914588"/>
                  <a:pt x="428116" y="899048"/>
                  <a:pt x="405454" y="877824"/>
                </a:cubicBezTo>
                <a:cubicBezTo>
                  <a:pt x="371736" y="847407"/>
                  <a:pt x="338843" y="815975"/>
                  <a:pt x="306585" y="784035"/>
                </a:cubicBezTo>
                <a:cubicBezTo>
                  <a:pt x="242111" y="720238"/>
                  <a:pt x="178082" y="655997"/>
                  <a:pt x="114497" y="591312"/>
                </a:cubicBezTo>
                <a:cubicBezTo>
                  <a:pt x="82430" y="558737"/>
                  <a:pt x="52140" y="524510"/>
                  <a:pt x="29534" y="484251"/>
                </a:cubicBezTo>
                <a:cubicBezTo>
                  <a:pt x="16810" y="460725"/>
                  <a:pt x="9295" y="434737"/>
                  <a:pt x="7500" y="408051"/>
                </a:cubicBezTo>
                <a:cubicBezTo>
                  <a:pt x="3944" y="366395"/>
                  <a:pt x="1150" y="324548"/>
                  <a:pt x="452" y="282766"/>
                </a:cubicBezTo>
                <a:cubicBezTo>
                  <a:pt x="-565" y="192087"/>
                  <a:pt x="452" y="101346"/>
                  <a:pt x="452" y="10668"/>
                </a:cubicBezTo>
                <a:lnTo>
                  <a:pt x="452" y="1333"/>
                </a:lnTo>
                <a:cubicBezTo>
                  <a:pt x="67952" y="68961"/>
                  <a:pt x="134817" y="135890"/>
                  <a:pt x="201937" y="203200"/>
                </a:cubicBezTo>
                <a:lnTo>
                  <a:pt x="405137" y="0"/>
                </a:lnTo>
                <a:lnTo>
                  <a:pt x="405137" y="527876"/>
                </a:lnTo>
                <a:cubicBezTo>
                  <a:pt x="408185" y="527876"/>
                  <a:pt x="519818" y="527876"/>
                  <a:pt x="573221" y="527876"/>
                </a:cubicBezTo>
                <a:cubicBezTo>
                  <a:pt x="580524" y="527876"/>
                  <a:pt x="581984" y="525463"/>
                  <a:pt x="581984" y="518732"/>
                </a:cubicBezTo>
                <a:cubicBezTo>
                  <a:pt x="581984" y="449516"/>
                  <a:pt x="581984" y="305435"/>
                  <a:pt x="581984" y="303975"/>
                </a:cubicBezTo>
                <a:cubicBezTo>
                  <a:pt x="580778" y="304292"/>
                  <a:pt x="1010038" y="732028"/>
                  <a:pt x="1008895" y="731076"/>
                </a:cubicBezTo>
                <a:close/>
                <a:moveTo>
                  <a:pt x="649929" y="864426"/>
                </a:moveTo>
                <a:lnTo>
                  <a:pt x="649929" y="991807"/>
                </a:lnTo>
                <a:cubicBezTo>
                  <a:pt x="737601" y="904092"/>
                  <a:pt x="824745" y="817012"/>
                  <a:pt x="911359" y="730568"/>
                </a:cubicBezTo>
                <a:lnTo>
                  <a:pt x="649231" y="468376"/>
                </a:lnTo>
                <a:lnTo>
                  <a:pt x="649231" y="595693"/>
                </a:lnTo>
                <a:lnTo>
                  <a:pt x="216732" y="595693"/>
                </a:lnTo>
                <a:cubicBezTo>
                  <a:pt x="218955" y="598170"/>
                  <a:pt x="220162" y="599757"/>
                  <a:pt x="221558" y="601091"/>
                </a:cubicBezTo>
                <a:cubicBezTo>
                  <a:pt x="290265" y="669967"/>
                  <a:pt x="359036" y="738844"/>
                  <a:pt x="427870" y="807720"/>
                </a:cubicBezTo>
                <a:cubicBezTo>
                  <a:pt x="459620" y="839470"/>
                  <a:pt x="496894" y="859473"/>
                  <a:pt x="542170" y="862457"/>
                </a:cubicBezTo>
                <a:cubicBezTo>
                  <a:pt x="569665" y="864235"/>
                  <a:pt x="597288" y="863854"/>
                  <a:pt x="624720" y="864426"/>
                </a:cubicBezTo>
                <a:cubicBezTo>
                  <a:pt x="632721" y="864553"/>
                  <a:pt x="640404" y="864426"/>
                  <a:pt x="649929" y="864426"/>
                </a:cubicBezTo>
                <a:close/>
                <a:moveTo>
                  <a:pt x="68523" y="162941"/>
                </a:moveTo>
                <a:cubicBezTo>
                  <a:pt x="68523" y="164402"/>
                  <a:pt x="68142" y="166370"/>
                  <a:pt x="68142" y="168275"/>
                </a:cubicBezTo>
                <a:cubicBezTo>
                  <a:pt x="68142" y="225425"/>
                  <a:pt x="67507" y="282575"/>
                  <a:pt x="68460" y="339725"/>
                </a:cubicBezTo>
                <a:cubicBezTo>
                  <a:pt x="68770" y="363686"/>
                  <a:pt x="71064" y="387580"/>
                  <a:pt x="75318" y="411162"/>
                </a:cubicBezTo>
                <a:cubicBezTo>
                  <a:pt x="81668" y="445326"/>
                  <a:pt x="97289" y="474662"/>
                  <a:pt x="127325" y="494665"/>
                </a:cubicBezTo>
                <a:cubicBezTo>
                  <a:pt x="150463" y="508873"/>
                  <a:pt x="176305" y="518107"/>
                  <a:pt x="203207" y="521780"/>
                </a:cubicBezTo>
                <a:cubicBezTo>
                  <a:pt x="246514" y="529273"/>
                  <a:pt x="290265" y="527621"/>
                  <a:pt x="333889" y="527558"/>
                </a:cubicBezTo>
                <a:cubicBezTo>
                  <a:pt x="334936" y="527411"/>
                  <a:pt x="335960" y="527133"/>
                  <a:pt x="336937" y="526732"/>
                </a:cubicBezTo>
                <a:lnTo>
                  <a:pt x="336938" y="162243"/>
                </a:lnTo>
                <a:lnTo>
                  <a:pt x="202508" y="295021"/>
                </a:lnTo>
                <a:close/>
              </a:path>
            </a:pathLst>
          </a:custGeom>
          <a:solidFill>
            <a:schemeClr val="bg1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GB">
              <a:solidFill>
                <a:schemeClr val="bg1"/>
              </a:solidFill>
            </a:endParaRP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EBBB6D40-B4C9-8B4A-B2A6-126F6490637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327302" y="344971"/>
            <a:ext cx="7475232" cy="2858874"/>
          </a:xfrm>
        </p:spPr>
        <p:txBody>
          <a:bodyPr anchor="b" anchorCtr="0">
            <a:noAutofit/>
          </a:bodyPr>
          <a:lstStyle>
            <a:lvl1pPr algn="l">
              <a:lnSpc>
                <a:spcPct val="100000"/>
              </a:lnSpc>
              <a:defRPr sz="3600" baseline="0">
                <a:solidFill>
                  <a:schemeClr val="bg1"/>
                </a:solidFill>
              </a:defRPr>
            </a:lvl1pPr>
          </a:lstStyle>
          <a:p>
            <a:br>
              <a:rPr lang="en-US" noProof="0" dirty="0"/>
            </a:br>
            <a:br>
              <a:rPr lang="en-US" noProof="0" dirty="0"/>
            </a:br>
            <a:r>
              <a:rPr lang="en-US" noProof="0" dirty="0"/>
              <a:t>ACTIVITY: </a:t>
            </a:r>
            <a:br>
              <a:rPr lang="en-US" noProof="0" dirty="0"/>
            </a:br>
            <a:r>
              <a:rPr lang="en-US" noProof="0" dirty="0"/>
              <a:t>CLICK TO EDIT TITLE</a:t>
            </a:r>
            <a:endParaRPr lang="en-GB" noProof="0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quarter" idx="10" hasCustomPrompt="1"/>
          </p:nvPr>
        </p:nvSpPr>
        <p:spPr>
          <a:xfrm>
            <a:off x="4327303" y="3525004"/>
            <a:ext cx="7475230" cy="2791976"/>
          </a:xfrm>
        </p:spPr>
        <p:txBody>
          <a:bodyPr/>
          <a:lstStyle>
            <a:lvl1pPr>
              <a:lnSpc>
                <a:spcPct val="100000"/>
              </a:lnSpc>
              <a:defRPr b="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edit instructions</a:t>
            </a:r>
          </a:p>
        </p:txBody>
      </p:sp>
    </p:spTree>
    <p:extLst>
      <p:ext uri="{BB962C8B-B14F-4D97-AF65-F5344CB8AC3E}">
        <p14:creationId xmlns:p14="http://schemas.microsoft.com/office/powerpoint/2010/main" val="317568088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orient="horz" pos="1457">
          <p15:clr>
            <a:srgbClr val="FBAE40"/>
          </p15:clr>
        </p15:guide>
        <p15:guide id="3" orient="horz" pos="3634">
          <p15:clr>
            <a:srgbClr val="FBAE40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FC785C16-E254-5242-9D90-DA9B7DC9FE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56421" y="6511672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760" b="1" i="0">
                <a:solidFill>
                  <a:schemeClr val="tx1"/>
                </a:solidFill>
                <a:latin typeface="Montserrat" pitchFamily="2" charset="77"/>
              </a:defRPr>
            </a:lvl1pPr>
          </a:lstStyle>
          <a:p>
            <a:fld id="{EF892D59-8F09-EF4B-AD6D-DA609442F868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7" name="Title Placeholder 1">
            <a:extLst>
              <a:ext uri="{FF2B5EF4-FFF2-40B4-BE49-F238E27FC236}">
                <a16:creationId xmlns:a16="http://schemas.microsoft.com/office/drawing/2014/main" id="{71FB68A7-A656-A348-AE42-02B5F30E1E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9971" y="562058"/>
            <a:ext cx="11517818" cy="805001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B623AAC1-38C0-EC41-AF66-7EC76ACCB8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1272" y="1368256"/>
            <a:ext cx="11516239" cy="4955354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pPr lvl="0"/>
            <a:r>
              <a:rPr lang="en-US" dirty="0"/>
              <a:t>Edit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21258899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77" userDrawn="1">
          <p15:clr>
            <a:srgbClr val="FBAE40"/>
          </p15:clr>
        </p15:guide>
        <p15:guide id="2" pos="3840" userDrawn="1">
          <p15:clr>
            <a:srgbClr val="FBAE40"/>
          </p15:clr>
        </p15:guide>
        <p15:guide id="3" orient="horz" pos="2160" userDrawn="1">
          <p15:clr>
            <a:srgbClr val="FBAE40"/>
          </p15:clr>
        </p15:guide>
        <p15:guide id="4" orient="horz" pos="2260" userDrawn="1">
          <p15:clr>
            <a:srgbClr val="FBAE40"/>
          </p15:clr>
        </p15:guide>
        <p15:guide id="5" pos="3940" userDrawn="1">
          <p15:clr>
            <a:srgbClr val="FBAE40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FC785C16-E254-5242-9D90-DA9B7DC9FE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56421" y="6511672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760" b="1" i="0">
                <a:solidFill>
                  <a:schemeClr val="tx1"/>
                </a:solidFill>
                <a:latin typeface="Montserrat" pitchFamily="2" charset="77"/>
              </a:defRPr>
            </a:lvl1pPr>
          </a:lstStyle>
          <a:p>
            <a:fld id="{EF892D59-8F09-EF4B-AD6D-DA609442F868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2" name="Rectangle 1"/>
          <p:cNvSpPr/>
          <p:nvPr userDrawn="1"/>
        </p:nvSpPr>
        <p:spPr>
          <a:xfrm>
            <a:off x="0" y="75715"/>
            <a:ext cx="1089126" cy="80956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Title Placeholder 1">
            <a:extLst>
              <a:ext uri="{FF2B5EF4-FFF2-40B4-BE49-F238E27FC236}">
                <a16:creationId xmlns:a16="http://schemas.microsoft.com/office/drawing/2014/main" id="{71FB68A7-A656-A348-AE42-02B5F30E1E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9971" y="562058"/>
            <a:ext cx="11517818" cy="805001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91544600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77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icons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"/>
          <p:cNvSpPr>
            <a:spLocks noGrp="1"/>
          </p:cNvSpPr>
          <p:nvPr>
            <p:ph type="body" sz="quarter" idx="15" hasCustomPrompt="1"/>
          </p:nvPr>
        </p:nvSpPr>
        <p:spPr>
          <a:xfrm>
            <a:off x="1059427" y="3673998"/>
            <a:ext cx="2124159" cy="2749952"/>
          </a:xfrm>
        </p:spPr>
        <p:txBody>
          <a:bodyPr/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2000" b="0"/>
            </a:lvl1pPr>
            <a:lvl2pPr marL="0" indent="0">
              <a:buFont typeface="Arial" panose="020B0604020202020204" pitchFamily="34" charset="0"/>
              <a:buNone/>
              <a:defRPr sz="1800"/>
            </a:lvl2pPr>
            <a:lvl3pPr marL="180000" indent="-180000">
              <a:buFont typeface="Arial" panose="020B0604020202020204" pitchFamily="34" charset="0"/>
              <a:buChar char="•"/>
              <a:defRPr/>
            </a:lvl3pPr>
            <a:lvl4pPr marL="180000" indent="-180000">
              <a:buFont typeface="Arial" panose="020B0604020202020204" pitchFamily="34" charset="0"/>
              <a:buChar char="•"/>
              <a:defRPr/>
            </a:lvl4pPr>
            <a:lvl5pPr marL="180000" indent="-180000"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 dirty="0"/>
              <a:t>Edit text</a:t>
            </a:r>
          </a:p>
        </p:txBody>
      </p:sp>
      <p:sp>
        <p:nvSpPr>
          <p:cNvPr id="4" name="Text Placeholder 4"/>
          <p:cNvSpPr>
            <a:spLocks noGrp="1"/>
          </p:cNvSpPr>
          <p:nvPr>
            <p:ph type="body" sz="quarter" idx="16" hasCustomPrompt="1"/>
          </p:nvPr>
        </p:nvSpPr>
        <p:spPr>
          <a:xfrm>
            <a:off x="3639645" y="3673998"/>
            <a:ext cx="2068065" cy="2749952"/>
          </a:xfrm>
        </p:spPr>
        <p:txBody>
          <a:bodyPr/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2000" b="0"/>
            </a:lvl1pPr>
            <a:lvl2pPr marL="180000" indent="-180000">
              <a:buFont typeface="Arial" panose="020B0604020202020204" pitchFamily="34" charset="0"/>
              <a:buChar char="•"/>
              <a:defRPr sz="1800"/>
            </a:lvl2pPr>
            <a:lvl3pPr marL="180000" indent="-180000">
              <a:buFont typeface="Arial" panose="020B0604020202020204" pitchFamily="34" charset="0"/>
              <a:buChar char="•"/>
              <a:defRPr/>
            </a:lvl3pPr>
            <a:lvl4pPr marL="180000" indent="-180000">
              <a:buFont typeface="Arial" panose="020B0604020202020204" pitchFamily="34" charset="0"/>
              <a:buChar char="•"/>
              <a:defRPr/>
            </a:lvl4pPr>
            <a:lvl5pPr marL="180000" indent="-180000"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 dirty="0"/>
              <a:t>Edit text</a:t>
            </a:r>
          </a:p>
        </p:txBody>
      </p:sp>
      <p:sp>
        <p:nvSpPr>
          <p:cNvPr id="6" name="Text Placeholder 4"/>
          <p:cNvSpPr>
            <a:spLocks noGrp="1"/>
          </p:cNvSpPr>
          <p:nvPr>
            <p:ph type="body" sz="quarter" idx="17" hasCustomPrompt="1"/>
          </p:nvPr>
        </p:nvSpPr>
        <p:spPr>
          <a:xfrm>
            <a:off x="6149996" y="3673998"/>
            <a:ext cx="2130523" cy="2749952"/>
          </a:xfrm>
        </p:spPr>
        <p:txBody>
          <a:bodyPr/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2000" b="0"/>
            </a:lvl1pPr>
            <a:lvl2pPr marL="180000" indent="-180000">
              <a:buFont typeface="Arial" panose="020B0604020202020204" pitchFamily="34" charset="0"/>
              <a:buChar char="•"/>
              <a:defRPr sz="1800"/>
            </a:lvl2pPr>
            <a:lvl3pPr marL="180000" indent="-180000">
              <a:buFont typeface="Arial" panose="020B0604020202020204" pitchFamily="34" charset="0"/>
              <a:buChar char="•"/>
              <a:defRPr/>
            </a:lvl3pPr>
            <a:lvl4pPr marL="180000" indent="-180000">
              <a:buFont typeface="Arial" panose="020B0604020202020204" pitchFamily="34" charset="0"/>
              <a:buChar char="•"/>
              <a:defRPr/>
            </a:lvl4pPr>
            <a:lvl5pPr marL="180000" indent="-180000"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 dirty="0"/>
              <a:t>Edit text</a:t>
            </a:r>
          </a:p>
        </p:txBody>
      </p:sp>
      <p:sp>
        <p:nvSpPr>
          <p:cNvPr id="7" name="Picture Placeholder 21"/>
          <p:cNvSpPr>
            <a:spLocks noGrp="1"/>
          </p:cNvSpPr>
          <p:nvPr>
            <p:ph type="pic" sz="quarter" idx="18" hasCustomPrompt="1"/>
          </p:nvPr>
        </p:nvSpPr>
        <p:spPr>
          <a:xfrm>
            <a:off x="1059428" y="1993484"/>
            <a:ext cx="1437932" cy="143793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GB" dirty="0"/>
              <a:t>icon</a:t>
            </a:r>
          </a:p>
        </p:txBody>
      </p:sp>
      <p:sp>
        <p:nvSpPr>
          <p:cNvPr id="8" name="Picture Placeholder 21"/>
          <p:cNvSpPr>
            <a:spLocks noGrp="1"/>
          </p:cNvSpPr>
          <p:nvPr>
            <p:ph type="pic" sz="quarter" idx="19" hasCustomPrompt="1"/>
          </p:nvPr>
        </p:nvSpPr>
        <p:spPr>
          <a:xfrm>
            <a:off x="3639646" y="1986408"/>
            <a:ext cx="1437932" cy="143793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GB" dirty="0"/>
              <a:t>icon</a:t>
            </a:r>
          </a:p>
        </p:txBody>
      </p:sp>
      <p:sp>
        <p:nvSpPr>
          <p:cNvPr id="9" name="Picture Placeholder 21"/>
          <p:cNvSpPr>
            <a:spLocks noGrp="1"/>
          </p:cNvSpPr>
          <p:nvPr>
            <p:ph type="pic" sz="quarter" idx="20" hasCustomPrompt="1"/>
          </p:nvPr>
        </p:nvSpPr>
        <p:spPr>
          <a:xfrm>
            <a:off x="6149997" y="1993484"/>
            <a:ext cx="1437932" cy="143793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GB" dirty="0"/>
              <a:t>icon</a:t>
            </a:r>
          </a:p>
        </p:txBody>
      </p:sp>
      <p:sp>
        <p:nvSpPr>
          <p:cNvPr id="10" name="Text Placeholder 4"/>
          <p:cNvSpPr>
            <a:spLocks noGrp="1"/>
          </p:cNvSpPr>
          <p:nvPr>
            <p:ph type="body" sz="quarter" idx="21" hasCustomPrompt="1"/>
          </p:nvPr>
        </p:nvSpPr>
        <p:spPr>
          <a:xfrm>
            <a:off x="8637070" y="3688989"/>
            <a:ext cx="2183449" cy="2749952"/>
          </a:xfrm>
        </p:spPr>
        <p:txBody>
          <a:bodyPr/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2000" b="0"/>
            </a:lvl1pPr>
            <a:lvl2pPr marL="180000" indent="-180000">
              <a:buFont typeface="Arial" panose="020B0604020202020204" pitchFamily="34" charset="0"/>
              <a:buChar char="•"/>
              <a:defRPr sz="1800"/>
            </a:lvl2pPr>
            <a:lvl3pPr marL="180000" indent="-180000">
              <a:buFont typeface="Arial" panose="020B0604020202020204" pitchFamily="34" charset="0"/>
              <a:buChar char="•"/>
              <a:defRPr/>
            </a:lvl3pPr>
            <a:lvl4pPr marL="180000" indent="-180000">
              <a:buFont typeface="Arial" panose="020B0604020202020204" pitchFamily="34" charset="0"/>
              <a:buChar char="•"/>
              <a:defRPr/>
            </a:lvl4pPr>
            <a:lvl5pPr marL="180000" indent="-180000"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 dirty="0"/>
              <a:t>Edit text</a:t>
            </a:r>
          </a:p>
        </p:txBody>
      </p:sp>
      <p:sp>
        <p:nvSpPr>
          <p:cNvPr id="11" name="Picture Placeholder 21"/>
          <p:cNvSpPr>
            <a:spLocks noGrp="1"/>
          </p:cNvSpPr>
          <p:nvPr>
            <p:ph type="pic" sz="quarter" idx="22" hasCustomPrompt="1"/>
          </p:nvPr>
        </p:nvSpPr>
        <p:spPr>
          <a:xfrm>
            <a:off x="8637071" y="2008475"/>
            <a:ext cx="1437932" cy="143793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GB" dirty="0"/>
              <a:t>icon</a:t>
            </a:r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FC785C16-E254-5242-9D90-DA9B7DC9FE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56421" y="6511672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760" b="1" i="0">
                <a:solidFill>
                  <a:schemeClr val="tx1"/>
                </a:solidFill>
                <a:latin typeface="Montserrat" pitchFamily="2" charset="77"/>
              </a:defRPr>
            </a:lvl1pPr>
          </a:lstStyle>
          <a:p>
            <a:fld id="{EF892D59-8F09-EF4B-AD6D-DA609442F868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3" name="Rectangle 12"/>
          <p:cNvSpPr/>
          <p:nvPr userDrawn="1"/>
        </p:nvSpPr>
        <p:spPr>
          <a:xfrm>
            <a:off x="0" y="75715"/>
            <a:ext cx="1089126" cy="80956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" name="Title Placeholder 1">
            <a:extLst>
              <a:ext uri="{FF2B5EF4-FFF2-40B4-BE49-F238E27FC236}">
                <a16:creationId xmlns:a16="http://schemas.microsoft.com/office/drawing/2014/main" id="{71FB68A7-A656-A348-AE42-02B5F30E1E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9971" y="562058"/>
            <a:ext cx="11517818" cy="805001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13896832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77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text block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7"/>
          <p:cNvSpPr>
            <a:spLocks noGrp="1"/>
          </p:cNvSpPr>
          <p:nvPr>
            <p:ph type="body" sz="quarter" idx="11" hasCustomPrompt="1"/>
          </p:nvPr>
        </p:nvSpPr>
        <p:spPr>
          <a:xfrm>
            <a:off x="1065907" y="1986354"/>
            <a:ext cx="2153905" cy="4376323"/>
          </a:xfrm>
        </p:spPr>
        <p:txBody>
          <a:bodyPr/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2000" b="0"/>
            </a:lvl1pPr>
            <a:lvl2pPr marL="171450" indent="-171450">
              <a:lnSpc>
                <a:spcPct val="100000"/>
              </a:lnSpc>
              <a:buFont typeface="Arial" panose="020B0604020202020204" pitchFamily="34" charset="0"/>
              <a:buChar char="•"/>
              <a:defRPr sz="2000" b="0"/>
            </a:lvl2pPr>
            <a:lvl3pPr>
              <a:lnSpc>
                <a:spcPct val="100000"/>
              </a:lnSpc>
              <a:defRPr sz="1800" b="0"/>
            </a:lvl3pPr>
            <a:lvl4pPr>
              <a:lnSpc>
                <a:spcPct val="100000"/>
              </a:lnSpc>
              <a:defRPr sz="1800" b="0"/>
            </a:lvl4pPr>
            <a:lvl5pPr>
              <a:lnSpc>
                <a:spcPct val="100000"/>
              </a:lnSpc>
              <a:defRPr sz="1800" b="0"/>
            </a:lvl5pPr>
          </a:lstStyle>
          <a:p>
            <a:pPr lvl="0"/>
            <a:r>
              <a:rPr lang="en-US" dirty="0"/>
              <a:t>Edit text</a:t>
            </a:r>
          </a:p>
          <a:p>
            <a:pPr lvl="1"/>
            <a:r>
              <a:rPr lang="en-US" dirty="0"/>
              <a:t>Second level</a:t>
            </a:r>
          </a:p>
          <a:p>
            <a:pPr lvl="1"/>
            <a:r>
              <a:rPr lang="en-US" dirty="0"/>
              <a:t>Third level</a:t>
            </a:r>
          </a:p>
          <a:p>
            <a:pPr lvl="1"/>
            <a:r>
              <a:rPr lang="en-US" dirty="0"/>
              <a:t>Fourth level</a:t>
            </a:r>
          </a:p>
          <a:p>
            <a:pPr lvl="1"/>
            <a:r>
              <a:rPr lang="en-US" dirty="0"/>
              <a:t>Fifth level</a:t>
            </a:r>
          </a:p>
        </p:txBody>
      </p:sp>
      <p:sp>
        <p:nvSpPr>
          <p:cNvPr id="5" name="Text Placeholder 7"/>
          <p:cNvSpPr>
            <a:spLocks noGrp="1"/>
          </p:cNvSpPr>
          <p:nvPr>
            <p:ph type="body" sz="quarter" idx="13" hasCustomPrompt="1"/>
          </p:nvPr>
        </p:nvSpPr>
        <p:spPr>
          <a:xfrm>
            <a:off x="3511826" y="1986354"/>
            <a:ext cx="2153905" cy="4376323"/>
          </a:xfrm>
        </p:spPr>
        <p:txBody>
          <a:bodyPr/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2000" b="0"/>
            </a:lvl1pPr>
            <a:lvl2pPr marL="171450" indent="-171450">
              <a:lnSpc>
                <a:spcPct val="100000"/>
              </a:lnSpc>
              <a:buFont typeface="Arial" panose="020B0604020202020204" pitchFamily="34" charset="0"/>
              <a:buChar char="•"/>
              <a:defRPr sz="2000" b="0"/>
            </a:lvl2pPr>
            <a:lvl3pPr>
              <a:lnSpc>
                <a:spcPct val="100000"/>
              </a:lnSpc>
              <a:defRPr sz="1800" b="0"/>
            </a:lvl3pPr>
            <a:lvl4pPr>
              <a:lnSpc>
                <a:spcPct val="100000"/>
              </a:lnSpc>
              <a:defRPr sz="1800" b="0"/>
            </a:lvl4pPr>
            <a:lvl5pPr>
              <a:lnSpc>
                <a:spcPct val="100000"/>
              </a:lnSpc>
              <a:defRPr sz="1800" b="0"/>
            </a:lvl5pPr>
          </a:lstStyle>
          <a:p>
            <a:pPr lvl="0"/>
            <a:r>
              <a:rPr lang="en-US" dirty="0"/>
              <a:t>Edit text</a:t>
            </a:r>
          </a:p>
          <a:p>
            <a:pPr lvl="1"/>
            <a:r>
              <a:rPr lang="en-US" dirty="0"/>
              <a:t>Second level</a:t>
            </a:r>
          </a:p>
          <a:p>
            <a:pPr lvl="1"/>
            <a:r>
              <a:rPr lang="en-US" dirty="0"/>
              <a:t>Third level</a:t>
            </a:r>
          </a:p>
          <a:p>
            <a:pPr lvl="1"/>
            <a:r>
              <a:rPr lang="en-US" dirty="0"/>
              <a:t>Fourth level</a:t>
            </a:r>
          </a:p>
          <a:p>
            <a:pPr lvl="1"/>
            <a:r>
              <a:rPr lang="en-US" dirty="0"/>
              <a:t>Fifth level</a:t>
            </a:r>
          </a:p>
        </p:txBody>
      </p:sp>
      <p:sp>
        <p:nvSpPr>
          <p:cNvPr id="6" name="Text Placeholder 7"/>
          <p:cNvSpPr>
            <a:spLocks noGrp="1"/>
          </p:cNvSpPr>
          <p:nvPr>
            <p:ph type="body" sz="quarter" idx="14" hasCustomPrompt="1"/>
          </p:nvPr>
        </p:nvSpPr>
        <p:spPr>
          <a:xfrm>
            <a:off x="5957745" y="1986353"/>
            <a:ext cx="2153905" cy="4376323"/>
          </a:xfrm>
        </p:spPr>
        <p:txBody>
          <a:bodyPr/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2000" b="0"/>
            </a:lvl1pPr>
            <a:lvl2pPr marL="171450" indent="-171450">
              <a:lnSpc>
                <a:spcPct val="100000"/>
              </a:lnSpc>
              <a:buFont typeface="Arial" panose="020B0604020202020204" pitchFamily="34" charset="0"/>
              <a:buChar char="•"/>
              <a:defRPr sz="2000" b="0"/>
            </a:lvl2pPr>
            <a:lvl3pPr>
              <a:lnSpc>
                <a:spcPct val="100000"/>
              </a:lnSpc>
              <a:defRPr sz="1800" b="0"/>
            </a:lvl3pPr>
            <a:lvl4pPr>
              <a:lnSpc>
                <a:spcPct val="100000"/>
              </a:lnSpc>
              <a:defRPr sz="1800" b="0"/>
            </a:lvl4pPr>
            <a:lvl5pPr>
              <a:lnSpc>
                <a:spcPct val="100000"/>
              </a:lnSpc>
              <a:defRPr sz="1800" b="0"/>
            </a:lvl5pPr>
          </a:lstStyle>
          <a:p>
            <a:pPr lvl="0"/>
            <a:r>
              <a:rPr lang="en-US" dirty="0"/>
              <a:t>Edit text</a:t>
            </a:r>
          </a:p>
          <a:p>
            <a:pPr lvl="1"/>
            <a:r>
              <a:rPr lang="en-US" dirty="0"/>
              <a:t>Second level</a:t>
            </a:r>
          </a:p>
          <a:p>
            <a:pPr lvl="1"/>
            <a:r>
              <a:rPr lang="en-US" dirty="0"/>
              <a:t>Third level</a:t>
            </a:r>
          </a:p>
          <a:p>
            <a:pPr lvl="1"/>
            <a:r>
              <a:rPr lang="en-US" dirty="0"/>
              <a:t>Fourth level</a:t>
            </a:r>
          </a:p>
          <a:p>
            <a:pPr lvl="1"/>
            <a:r>
              <a:rPr lang="en-US" dirty="0"/>
              <a:t>Fifth level</a:t>
            </a:r>
          </a:p>
        </p:txBody>
      </p:sp>
      <p:sp>
        <p:nvSpPr>
          <p:cNvPr id="7" name="Text Placeholder 7"/>
          <p:cNvSpPr>
            <a:spLocks noGrp="1"/>
          </p:cNvSpPr>
          <p:nvPr>
            <p:ph type="body" sz="quarter" idx="15" hasCustomPrompt="1"/>
          </p:nvPr>
        </p:nvSpPr>
        <p:spPr>
          <a:xfrm>
            <a:off x="8403664" y="1986352"/>
            <a:ext cx="2153905" cy="4376323"/>
          </a:xfrm>
        </p:spPr>
        <p:txBody>
          <a:bodyPr/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2000" b="0"/>
            </a:lvl1pPr>
            <a:lvl2pPr marL="171450" indent="-171450">
              <a:lnSpc>
                <a:spcPct val="100000"/>
              </a:lnSpc>
              <a:buFont typeface="Arial" panose="020B0604020202020204" pitchFamily="34" charset="0"/>
              <a:buChar char="•"/>
              <a:defRPr sz="2000" b="0"/>
            </a:lvl2pPr>
            <a:lvl3pPr>
              <a:lnSpc>
                <a:spcPct val="100000"/>
              </a:lnSpc>
              <a:defRPr sz="1800" b="0"/>
            </a:lvl3pPr>
            <a:lvl4pPr>
              <a:lnSpc>
                <a:spcPct val="100000"/>
              </a:lnSpc>
              <a:defRPr sz="1800" b="0"/>
            </a:lvl4pPr>
            <a:lvl5pPr>
              <a:lnSpc>
                <a:spcPct val="100000"/>
              </a:lnSpc>
              <a:defRPr sz="1800" b="0"/>
            </a:lvl5pPr>
          </a:lstStyle>
          <a:p>
            <a:pPr lvl="0"/>
            <a:r>
              <a:rPr lang="en-US" dirty="0"/>
              <a:t>Edit text</a:t>
            </a:r>
          </a:p>
          <a:p>
            <a:pPr lvl="1"/>
            <a:r>
              <a:rPr lang="en-US" dirty="0"/>
              <a:t>Second level</a:t>
            </a:r>
          </a:p>
          <a:p>
            <a:pPr lvl="1"/>
            <a:r>
              <a:rPr lang="en-US" dirty="0"/>
              <a:t>Third level</a:t>
            </a:r>
          </a:p>
          <a:p>
            <a:pPr lvl="1"/>
            <a:r>
              <a:rPr lang="en-US" dirty="0"/>
              <a:t>Fourth level</a:t>
            </a:r>
          </a:p>
          <a:p>
            <a:pPr lvl="1"/>
            <a:r>
              <a:rPr lang="en-US" dirty="0"/>
              <a:t>Fifth level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FC785C16-E254-5242-9D90-DA9B7DC9FE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56421" y="6511672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760" b="1" i="0">
                <a:solidFill>
                  <a:schemeClr val="tx1"/>
                </a:solidFill>
                <a:latin typeface="Montserrat" pitchFamily="2" charset="77"/>
              </a:defRPr>
            </a:lvl1pPr>
          </a:lstStyle>
          <a:p>
            <a:fld id="{EF892D59-8F09-EF4B-AD6D-DA609442F868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9" name="Rectangle 8"/>
          <p:cNvSpPr/>
          <p:nvPr userDrawn="1"/>
        </p:nvSpPr>
        <p:spPr>
          <a:xfrm>
            <a:off x="0" y="75715"/>
            <a:ext cx="1089126" cy="80956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Title Placeholder 1">
            <a:extLst>
              <a:ext uri="{FF2B5EF4-FFF2-40B4-BE49-F238E27FC236}">
                <a16:creationId xmlns:a16="http://schemas.microsoft.com/office/drawing/2014/main" id="{71FB68A7-A656-A348-AE42-02B5F30E1E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9971" y="562058"/>
            <a:ext cx="11517818" cy="805001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2719566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77">
          <p15:clr>
            <a:srgbClr val="FBAE40"/>
          </p15:clr>
        </p15:guide>
      </p15:sldGuideLst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Text Block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7"/>
          <p:cNvSpPr>
            <a:spLocks noGrp="1"/>
          </p:cNvSpPr>
          <p:nvPr>
            <p:ph type="body" sz="quarter" idx="11" hasCustomPrompt="1"/>
          </p:nvPr>
        </p:nvSpPr>
        <p:spPr>
          <a:xfrm>
            <a:off x="5915467" y="1992793"/>
            <a:ext cx="4646004" cy="4376323"/>
          </a:xfrm>
        </p:spPr>
        <p:txBody>
          <a:bodyPr/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2000" b="0"/>
            </a:lvl1pPr>
            <a:lvl2pPr marL="171450" indent="-171450">
              <a:lnSpc>
                <a:spcPct val="100000"/>
              </a:lnSpc>
              <a:buFont typeface="Arial" panose="020B0604020202020204" pitchFamily="34" charset="0"/>
              <a:buChar char="•"/>
              <a:defRPr sz="2000" b="0"/>
            </a:lvl2pPr>
            <a:lvl3pPr>
              <a:lnSpc>
                <a:spcPct val="100000"/>
              </a:lnSpc>
              <a:defRPr sz="1800" b="0"/>
            </a:lvl3pPr>
            <a:lvl4pPr>
              <a:lnSpc>
                <a:spcPct val="100000"/>
              </a:lnSpc>
              <a:defRPr sz="1800" b="0"/>
            </a:lvl4pPr>
            <a:lvl5pPr>
              <a:lnSpc>
                <a:spcPct val="100000"/>
              </a:lnSpc>
              <a:defRPr sz="1800" b="0"/>
            </a:lvl5pPr>
          </a:lstStyle>
          <a:p>
            <a:pPr lvl="0"/>
            <a:r>
              <a:rPr lang="en-US" dirty="0"/>
              <a:t>Edit text</a:t>
            </a:r>
          </a:p>
          <a:p>
            <a:pPr lvl="1"/>
            <a:r>
              <a:rPr lang="en-US" dirty="0"/>
              <a:t>Second level</a:t>
            </a:r>
          </a:p>
          <a:p>
            <a:pPr lvl="1"/>
            <a:r>
              <a:rPr lang="en-US" dirty="0"/>
              <a:t>Third level</a:t>
            </a:r>
          </a:p>
          <a:p>
            <a:pPr lvl="1"/>
            <a:r>
              <a:rPr lang="en-US" dirty="0"/>
              <a:t>Fourth level</a:t>
            </a:r>
          </a:p>
          <a:p>
            <a:pPr lvl="1"/>
            <a:r>
              <a:rPr lang="en-US" dirty="0"/>
              <a:t>Fifth level</a:t>
            </a:r>
          </a:p>
        </p:txBody>
      </p:sp>
      <p:sp>
        <p:nvSpPr>
          <p:cNvPr id="5" name="Text Placeholder 7"/>
          <p:cNvSpPr>
            <a:spLocks noGrp="1"/>
          </p:cNvSpPr>
          <p:nvPr>
            <p:ph type="body" sz="quarter" idx="13" hasCustomPrompt="1"/>
          </p:nvPr>
        </p:nvSpPr>
        <p:spPr>
          <a:xfrm>
            <a:off x="1069809" y="1992792"/>
            <a:ext cx="4646004" cy="4376323"/>
          </a:xfrm>
        </p:spPr>
        <p:txBody>
          <a:bodyPr/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2000" b="0"/>
            </a:lvl1pPr>
            <a:lvl2pPr marL="171450" indent="-171450">
              <a:lnSpc>
                <a:spcPct val="100000"/>
              </a:lnSpc>
              <a:buFont typeface="Arial" panose="020B0604020202020204" pitchFamily="34" charset="0"/>
              <a:buChar char="•"/>
              <a:defRPr sz="2000" b="0"/>
            </a:lvl2pPr>
            <a:lvl3pPr>
              <a:lnSpc>
                <a:spcPct val="100000"/>
              </a:lnSpc>
              <a:defRPr sz="1800" b="0"/>
            </a:lvl3pPr>
            <a:lvl4pPr>
              <a:lnSpc>
                <a:spcPct val="100000"/>
              </a:lnSpc>
              <a:defRPr sz="1800" b="0"/>
            </a:lvl4pPr>
            <a:lvl5pPr>
              <a:lnSpc>
                <a:spcPct val="100000"/>
              </a:lnSpc>
              <a:defRPr sz="1800" b="0"/>
            </a:lvl5pPr>
          </a:lstStyle>
          <a:p>
            <a:pPr lvl="0"/>
            <a:r>
              <a:rPr lang="en-US" dirty="0"/>
              <a:t>Edit text</a:t>
            </a:r>
          </a:p>
          <a:p>
            <a:pPr lvl="1"/>
            <a:r>
              <a:rPr lang="en-US" dirty="0"/>
              <a:t>Second level</a:t>
            </a:r>
          </a:p>
          <a:p>
            <a:pPr lvl="1"/>
            <a:r>
              <a:rPr lang="en-US" dirty="0"/>
              <a:t>Third level</a:t>
            </a:r>
          </a:p>
          <a:p>
            <a:pPr lvl="1"/>
            <a:r>
              <a:rPr lang="en-US" dirty="0"/>
              <a:t>Fourth level</a:t>
            </a:r>
          </a:p>
          <a:p>
            <a:pPr lvl="1"/>
            <a:r>
              <a:rPr lang="en-US" dirty="0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785C16-E254-5242-9D90-DA9B7DC9FE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56421" y="6511672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760" b="1" i="0">
                <a:solidFill>
                  <a:schemeClr val="tx1"/>
                </a:solidFill>
                <a:latin typeface="Montserrat" pitchFamily="2" charset="77"/>
              </a:defRPr>
            </a:lvl1pPr>
          </a:lstStyle>
          <a:p>
            <a:fld id="{EF892D59-8F09-EF4B-AD6D-DA609442F868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7" name="Rectangle 6"/>
          <p:cNvSpPr/>
          <p:nvPr userDrawn="1"/>
        </p:nvSpPr>
        <p:spPr>
          <a:xfrm>
            <a:off x="0" y="75715"/>
            <a:ext cx="1089126" cy="80956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Title Placeholder 1">
            <a:extLst>
              <a:ext uri="{FF2B5EF4-FFF2-40B4-BE49-F238E27FC236}">
                <a16:creationId xmlns:a16="http://schemas.microsoft.com/office/drawing/2014/main" id="{71FB68A7-A656-A348-AE42-02B5F30E1E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9971" y="562058"/>
            <a:ext cx="11517818" cy="805001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63611775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77">
          <p15:clr>
            <a:srgbClr val="FBAE40"/>
          </p15:clr>
        </p15:guide>
      </p15:sldGuideLst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Imag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7"/>
          <p:cNvSpPr>
            <a:spLocks noGrp="1"/>
          </p:cNvSpPr>
          <p:nvPr>
            <p:ph type="body" sz="quarter" idx="17" hasCustomPrompt="1"/>
          </p:nvPr>
        </p:nvSpPr>
        <p:spPr>
          <a:xfrm>
            <a:off x="1080209" y="4307356"/>
            <a:ext cx="4646004" cy="2072171"/>
          </a:xfrm>
        </p:spPr>
        <p:txBody>
          <a:bodyPr/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2000" b="0"/>
            </a:lvl1pPr>
            <a:lvl2pPr marL="171450" indent="-171450">
              <a:buFont typeface="Arial" panose="020B0604020202020204" pitchFamily="34" charset="0"/>
              <a:buChar char="•"/>
              <a:defRPr sz="1800"/>
            </a:lvl2pPr>
            <a:lvl3pPr marL="0" indent="0">
              <a:buNone/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Edit text</a:t>
            </a:r>
          </a:p>
        </p:txBody>
      </p:sp>
      <p:sp>
        <p:nvSpPr>
          <p:cNvPr id="7" name="Picture Placeholder 4">
            <a:extLst>
              <a:ext uri="{FF2B5EF4-FFF2-40B4-BE49-F238E27FC236}">
                <a16:creationId xmlns:a16="http://schemas.microsoft.com/office/drawing/2014/main" id="{749837D3-F6DB-DB49-B987-A2004B0611D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080209" y="2003204"/>
            <a:ext cx="4645958" cy="207217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baseline="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749837D3-F6DB-DB49-B987-A2004B0611D5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5925914" y="2003203"/>
            <a:ext cx="4645958" cy="207217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baseline="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1" hasCustomPrompt="1"/>
          </p:nvPr>
        </p:nvSpPr>
        <p:spPr>
          <a:xfrm>
            <a:off x="5925868" y="4307356"/>
            <a:ext cx="4646004" cy="2072171"/>
          </a:xfrm>
        </p:spPr>
        <p:txBody>
          <a:bodyPr/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2000" b="0"/>
            </a:lvl1pPr>
            <a:lvl2pPr marL="171450" indent="-171450">
              <a:buFont typeface="Arial" panose="020B0604020202020204" pitchFamily="34" charset="0"/>
              <a:buChar char="•"/>
              <a:defRPr/>
            </a:lvl2pPr>
          </a:lstStyle>
          <a:p>
            <a:pPr lvl="0"/>
            <a:r>
              <a:rPr lang="en-US" dirty="0"/>
              <a:t>Edit text</a:t>
            </a:r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FC785C16-E254-5242-9D90-DA9B7DC9FE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56421" y="6511672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760" b="1" i="0">
                <a:solidFill>
                  <a:schemeClr val="tx1"/>
                </a:solidFill>
                <a:latin typeface="Montserrat" pitchFamily="2" charset="77"/>
              </a:defRPr>
            </a:lvl1pPr>
          </a:lstStyle>
          <a:p>
            <a:fld id="{EF892D59-8F09-EF4B-AD6D-DA609442F868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2" name="Rectangle 11"/>
          <p:cNvSpPr/>
          <p:nvPr userDrawn="1"/>
        </p:nvSpPr>
        <p:spPr>
          <a:xfrm>
            <a:off x="0" y="75715"/>
            <a:ext cx="1089126" cy="80956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Title Placeholder 1">
            <a:extLst>
              <a:ext uri="{FF2B5EF4-FFF2-40B4-BE49-F238E27FC236}">
                <a16:creationId xmlns:a16="http://schemas.microsoft.com/office/drawing/2014/main" id="{71FB68A7-A656-A348-AE42-02B5F30E1E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9971" y="562058"/>
            <a:ext cx="11517818" cy="805001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6259445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77">
          <p15:clr>
            <a:srgbClr val="FBAE40"/>
          </p15:clr>
        </p15:guide>
      </p15:sldGuideLst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FC785C16-E254-5242-9D90-DA9B7DC9FE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56421" y="6511672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760" b="1" i="0">
                <a:solidFill>
                  <a:schemeClr val="tx1"/>
                </a:solidFill>
                <a:latin typeface="Montserrat" pitchFamily="2" charset="77"/>
              </a:defRPr>
            </a:lvl1pPr>
          </a:lstStyle>
          <a:p>
            <a:fld id="{EF892D59-8F09-EF4B-AD6D-DA609442F868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3" name="Rectangle 2"/>
          <p:cNvSpPr/>
          <p:nvPr userDrawn="1"/>
        </p:nvSpPr>
        <p:spPr>
          <a:xfrm>
            <a:off x="0" y="75715"/>
            <a:ext cx="1089126" cy="80956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8791353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77">
          <p15:clr>
            <a:srgbClr val="FBAE40"/>
          </p15:clr>
        </p15:guide>
      </p15:sldGuideLst>
    </p:ext>
  </p:extLs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Hope you enjoyed">
    <p:bg>
      <p:bgPr>
        <a:solidFill>
          <a:srgbClr val="09EDB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663440" y="0"/>
            <a:ext cx="752856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BBB6D40-B4C9-8B4A-B2A6-126F6490637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85300" y="2311970"/>
            <a:ext cx="3138017" cy="1908338"/>
          </a:xfrm>
        </p:spPr>
        <p:txBody>
          <a:bodyPr anchor="b" anchorCtr="0">
            <a:noAutofit/>
          </a:bodyPr>
          <a:lstStyle>
            <a:lvl1pPr algn="l">
              <a:lnSpc>
                <a:spcPct val="100000"/>
              </a:lnSpc>
              <a:defRPr sz="3600" baseline="0"/>
            </a:lvl1pPr>
          </a:lstStyle>
          <a:p>
            <a:r>
              <a:rPr lang="en-US" noProof="0" dirty="0"/>
              <a:t>THANK YOU</a:t>
            </a:r>
            <a:endParaRPr lang="en-GB" noProof="0" dirty="0"/>
          </a:p>
        </p:txBody>
      </p:sp>
      <p:pic>
        <p:nvPicPr>
          <p:cNvPr id="6" name="Graphic 29">
            <a:extLst>
              <a:ext uri="{FF2B5EF4-FFF2-40B4-BE49-F238E27FC236}">
                <a16:creationId xmlns:a16="http://schemas.microsoft.com/office/drawing/2014/main" id="{572E6A4A-143B-E94B-A1BF-29C50E635AE7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0900" y="302477"/>
            <a:ext cx="2643023" cy="1610367"/>
          </a:xfrm>
          <a:prstGeom prst="rect">
            <a:avLst/>
          </a:prstGeom>
        </p:spPr>
      </p:pic>
      <p:sp>
        <p:nvSpPr>
          <p:cNvPr id="8" name="Text Placeholder 6"/>
          <p:cNvSpPr>
            <a:spLocks noGrp="1"/>
          </p:cNvSpPr>
          <p:nvPr>
            <p:ph type="body" sz="quarter" idx="12" hasCustomPrompt="1"/>
          </p:nvPr>
        </p:nvSpPr>
        <p:spPr>
          <a:xfrm>
            <a:off x="385301" y="5306004"/>
            <a:ext cx="4269826" cy="1186921"/>
          </a:xfr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15000"/>
              <a:buFontTx/>
              <a:buNone/>
              <a:tabLst/>
              <a:defRPr b="0" baseline="0"/>
            </a:lvl1pPr>
            <a:lvl2pPr marL="374650" indent="-285750">
              <a:buFont typeface="Arial" panose="020B0604020202020204" pitchFamily="34" charset="0"/>
              <a:buChar char="•"/>
              <a:defRPr/>
            </a:lvl2pPr>
            <a:lvl3pPr marL="88900" indent="0">
              <a:buNone/>
              <a:defRPr/>
            </a:lvl3pPr>
            <a:lvl4pPr marL="88900" indent="0">
              <a:buNone/>
              <a:defRPr/>
            </a:lvl4pPr>
            <a:lvl5pPr marL="88900" indent="0">
              <a:buNone/>
              <a:defRPr/>
            </a:lvl5pPr>
          </a:lstStyle>
          <a:p>
            <a:pPr lvl="0"/>
            <a:r>
              <a:rPr lang="en-US" dirty="0"/>
              <a:t>Hope you enjoyed this learning journey.</a:t>
            </a:r>
          </a:p>
        </p:txBody>
      </p:sp>
      <p:grpSp>
        <p:nvGrpSpPr>
          <p:cNvPr id="4" name="Group 3"/>
          <p:cNvGrpSpPr/>
          <p:nvPr userDrawn="1"/>
        </p:nvGrpSpPr>
        <p:grpSpPr>
          <a:xfrm>
            <a:off x="-1698" y="3508800"/>
            <a:ext cx="7016130" cy="2425241"/>
            <a:chOff x="683" y="3508800"/>
            <a:chExt cx="7016130" cy="2425241"/>
          </a:xfrm>
          <a:solidFill>
            <a:srgbClr val="004050"/>
          </a:solidFill>
        </p:grpSpPr>
        <p:sp>
          <p:nvSpPr>
            <p:cNvPr id="25" name="Freeform 24">
              <a:extLst>
                <a:ext uri="{FF2B5EF4-FFF2-40B4-BE49-F238E27FC236}">
                  <a16:creationId xmlns:a16="http://schemas.microsoft.com/office/drawing/2014/main" id="{2F450B4C-241D-A544-BBEF-175E01D6A139}"/>
                </a:ext>
              </a:extLst>
            </p:cNvPr>
            <p:cNvSpPr/>
            <p:nvPr userDrawn="1"/>
          </p:nvSpPr>
          <p:spPr>
            <a:xfrm>
              <a:off x="683" y="3508800"/>
              <a:ext cx="5938619" cy="1027006"/>
            </a:xfrm>
            <a:custGeom>
              <a:avLst/>
              <a:gdLst>
                <a:gd name="connsiteX0" fmla="*/ 749871 w 749300"/>
                <a:gd name="connsiteY0" fmla="*/ 248186 h 247650"/>
                <a:gd name="connsiteX1" fmla="*/ 0 w 749300"/>
                <a:gd name="connsiteY1" fmla="*/ 248186 h 247650"/>
                <a:gd name="connsiteX2" fmla="*/ 0 w 749300"/>
                <a:gd name="connsiteY2" fmla="*/ 192497 h 247650"/>
                <a:gd name="connsiteX3" fmla="*/ 603885 w 749300"/>
                <a:gd name="connsiteY3" fmla="*/ 192497 h 247650"/>
                <a:gd name="connsiteX4" fmla="*/ 457200 w 749300"/>
                <a:gd name="connsiteY4" fmla="*/ 219 h 247650"/>
                <a:gd name="connsiteX5" fmla="*/ 515239 w 749300"/>
                <a:gd name="connsiteY5" fmla="*/ 219 h 247650"/>
                <a:gd name="connsiteX6" fmla="*/ 535495 w 749300"/>
                <a:gd name="connsiteY6" fmla="*/ 12347 h 247650"/>
                <a:gd name="connsiteX7" fmla="*/ 600011 w 749300"/>
                <a:gd name="connsiteY7" fmla="*/ 105057 h 247650"/>
                <a:gd name="connsiteX8" fmla="*/ 744030 w 749300"/>
                <a:gd name="connsiteY8" fmla="*/ 242090 h 247650"/>
                <a:gd name="connsiteX9" fmla="*/ 749236 w 749300"/>
                <a:gd name="connsiteY9" fmla="*/ 246535 h 247650"/>
                <a:gd name="connsiteX10" fmla="*/ 749871 w 749300"/>
                <a:gd name="connsiteY10" fmla="*/ 248186 h 247650"/>
                <a:gd name="connsiteX0" fmla="*/ 1670881 w 1670881"/>
                <a:gd name="connsiteY0" fmla="*/ 248186 h 248186"/>
                <a:gd name="connsiteX1" fmla="*/ 921010 w 1670881"/>
                <a:gd name="connsiteY1" fmla="*/ 248186 h 248186"/>
                <a:gd name="connsiteX2" fmla="*/ 0 w 1670881"/>
                <a:gd name="connsiteY2" fmla="*/ 192497 h 248186"/>
                <a:gd name="connsiteX3" fmla="*/ 1524895 w 1670881"/>
                <a:gd name="connsiteY3" fmla="*/ 192497 h 248186"/>
                <a:gd name="connsiteX4" fmla="*/ 1378210 w 1670881"/>
                <a:gd name="connsiteY4" fmla="*/ 219 h 248186"/>
                <a:gd name="connsiteX5" fmla="*/ 1436249 w 1670881"/>
                <a:gd name="connsiteY5" fmla="*/ 219 h 248186"/>
                <a:gd name="connsiteX6" fmla="*/ 1456505 w 1670881"/>
                <a:gd name="connsiteY6" fmla="*/ 12347 h 248186"/>
                <a:gd name="connsiteX7" fmla="*/ 1521021 w 1670881"/>
                <a:gd name="connsiteY7" fmla="*/ 105057 h 248186"/>
                <a:gd name="connsiteX8" fmla="*/ 1665040 w 1670881"/>
                <a:gd name="connsiteY8" fmla="*/ 242090 h 248186"/>
                <a:gd name="connsiteX9" fmla="*/ 1670246 w 1670881"/>
                <a:gd name="connsiteY9" fmla="*/ 246535 h 248186"/>
                <a:gd name="connsiteX10" fmla="*/ 1670881 w 1670881"/>
                <a:gd name="connsiteY10" fmla="*/ 248186 h 248186"/>
                <a:gd name="connsiteX0" fmla="*/ 1670881 w 1670881"/>
                <a:gd name="connsiteY0" fmla="*/ 248186 h 248186"/>
                <a:gd name="connsiteX1" fmla="*/ 1324 w 1670881"/>
                <a:gd name="connsiteY1" fmla="*/ 248186 h 248186"/>
                <a:gd name="connsiteX2" fmla="*/ 0 w 1670881"/>
                <a:gd name="connsiteY2" fmla="*/ 192497 h 248186"/>
                <a:gd name="connsiteX3" fmla="*/ 1524895 w 1670881"/>
                <a:gd name="connsiteY3" fmla="*/ 192497 h 248186"/>
                <a:gd name="connsiteX4" fmla="*/ 1378210 w 1670881"/>
                <a:gd name="connsiteY4" fmla="*/ 219 h 248186"/>
                <a:gd name="connsiteX5" fmla="*/ 1436249 w 1670881"/>
                <a:gd name="connsiteY5" fmla="*/ 219 h 248186"/>
                <a:gd name="connsiteX6" fmla="*/ 1456505 w 1670881"/>
                <a:gd name="connsiteY6" fmla="*/ 12347 h 248186"/>
                <a:gd name="connsiteX7" fmla="*/ 1521021 w 1670881"/>
                <a:gd name="connsiteY7" fmla="*/ 105057 h 248186"/>
                <a:gd name="connsiteX8" fmla="*/ 1665040 w 1670881"/>
                <a:gd name="connsiteY8" fmla="*/ 242090 h 248186"/>
                <a:gd name="connsiteX9" fmla="*/ 1670246 w 1670881"/>
                <a:gd name="connsiteY9" fmla="*/ 246535 h 248186"/>
                <a:gd name="connsiteX10" fmla="*/ 1670881 w 1670881"/>
                <a:gd name="connsiteY10" fmla="*/ 248186 h 248186"/>
                <a:gd name="connsiteX0" fmla="*/ 1669638 w 1669638"/>
                <a:gd name="connsiteY0" fmla="*/ 248186 h 248186"/>
                <a:gd name="connsiteX1" fmla="*/ 81 w 1669638"/>
                <a:gd name="connsiteY1" fmla="*/ 248186 h 248186"/>
                <a:gd name="connsiteX2" fmla="*/ 742 w 1669638"/>
                <a:gd name="connsiteY2" fmla="*/ 192497 h 248186"/>
                <a:gd name="connsiteX3" fmla="*/ 1523652 w 1669638"/>
                <a:gd name="connsiteY3" fmla="*/ 192497 h 248186"/>
                <a:gd name="connsiteX4" fmla="*/ 1376967 w 1669638"/>
                <a:gd name="connsiteY4" fmla="*/ 219 h 248186"/>
                <a:gd name="connsiteX5" fmla="*/ 1435006 w 1669638"/>
                <a:gd name="connsiteY5" fmla="*/ 219 h 248186"/>
                <a:gd name="connsiteX6" fmla="*/ 1455262 w 1669638"/>
                <a:gd name="connsiteY6" fmla="*/ 12347 h 248186"/>
                <a:gd name="connsiteX7" fmla="*/ 1519778 w 1669638"/>
                <a:gd name="connsiteY7" fmla="*/ 105057 h 248186"/>
                <a:gd name="connsiteX8" fmla="*/ 1663797 w 1669638"/>
                <a:gd name="connsiteY8" fmla="*/ 242090 h 248186"/>
                <a:gd name="connsiteX9" fmla="*/ 1669003 w 1669638"/>
                <a:gd name="connsiteY9" fmla="*/ 246535 h 248186"/>
                <a:gd name="connsiteX10" fmla="*/ 1669638 w 1669638"/>
                <a:gd name="connsiteY10" fmla="*/ 248186 h 248186"/>
                <a:gd name="connsiteX0" fmla="*/ 1668896 w 1668896"/>
                <a:gd name="connsiteY0" fmla="*/ 248186 h 248186"/>
                <a:gd name="connsiteX1" fmla="*/ 331 w 1668896"/>
                <a:gd name="connsiteY1" fmla="*/ 247193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  <a:gd name="connsiteX0" fmla="*/ 1669638 w 1669638"/>
                <a:gd name="connsiteY0" fmla="*/ 248186 h 248186"/>
                <a:gd name="connsiteX1" fmla="*/ 80 w 1669638"/>
                <a:gd name="connsiteY1" fmla="*/ 247193 h 248186"/>
                <a:gd name="connsiteX2" fmla="*/ 742 w 1669638"/>
                <a:gd name="connsiteY2" fmla="*/ 192497 h 248186"/>
                <a:gd name="connsiteX3" fmla="*/ 1523652 w 1669638"/>
                <a:gd name="connsiteY3" fmla="*/ 192497 h 248186"/>
                <a:gd name="connsiteX4" fmla="*/ 1376967 w 1669638"/>
                <a:gd name="connsiteY4" fmla="*/ 219 h 248186"/>
                <a:gd name="connsiteX5" fmla="*/ 1435006 w 1669638"/>
                <a:gd name="connsiteY5" fmla="*/ 219 h 248186"/>
                <a:gd name="connsiteX6" fmla="*/ 1455262 w 1669638"/>
                <a:gd name="connsiteY6" fmla="*/ 12347 h 248186"/>
                <a:gd name="connsiteX7" fmla="*/ 1519778 w 1669638"/>
                <a:gd name="connsiteY7" fmla="*/ 105057 h 248186"/>
                <a:gd name="connsiteX8" fmla="*/ 1663797 w 1669638"/>
                <a:gd name="connsiteY8" fmla="*/ 242090 h 248186"/>
                <a:gd name="connsiteX9" fmla="*/ 1669003 w 1669638"/>
                <a:gd name="connsiteY9" fmla="*/ 246535 h 248186"/>
                <a:gd name="connsiteX10" fmla="*/ 1669638 w 1669638"/>
                <a:gd name="connsiteY10" fmla="*/ 248186 h 248186"/>
                <a:gd name="connsiteX0" fmla="*/ 1668896 w 1668896"/>
                <a:gd name="connsiteY0" fmla="*/ 248186 h 248186"/>
                <a:gd name="connsiteX1" fmla="*/ 331 w 1668896"/>
                <a:gd name="connsiteY1" fmla="*/ 248186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  <a:gd name="connsiteX0" fmla="*/ 1668566 w 1668566"/>
                <a:gd name="connsiteY0" fmla="*/ 248186 h 248186"/>
                <a:gd name="connsiteX1" fmla="*/ 1 w 1668566"/>
                <a:gd name="connsiteY1" fmla="*/ 248186 h 248186"/>
                <a:gd name="connsiteX2" fmla="*/ 229815 w 1668566"/>
                <a:gd name="connsiteY2" fmla="*/ 194032 h 248186"/>
                <a:gd name="connsiteX3" fmla="*/ 1522580 w 1668566"/>
                <a:gd name="connsiteY3" fmla="*/ 192497 h 248186"/>
                <a:gd name="connsiteX4" fmla="*/ 1375895 w 1668566"/>
                <a:gd name="connsiteY4" fmla="*/ 219 h 248186"/>
                <a:gd name="connsiteX5" fmla="*/ 1433934 w 1668566"/>
                <a:gd name="connsiteY5" fmla="*/ 219 h 248186"/>
                <a:gd name="connsiteX6" fmla="*/ 1454190 w 1668566"/>
                <a:gd name="connsiteY6" fmla="*/ 12347 h 248186"/>
                <a:gd name="connsiteX7" fmla="*/ 1518706 w 1668566"/>
                <a:gd name="connsiteY7" fmla="*/ 105057 h 248186"/>
                <a:gd name="connsiteX8" fmla="*/ 1662725 w 1668566"/>
                <a:gd name="connsiteY8" fmla="*/ 242090 h 248186"/>
                <a:gd name="connsiteX9" fmla="*/ 1667931 w 1668566"/>
                <a:gd name="connsiteY9" fmla="*/ 246535 h 248186"/>
                <a:gd name="connsiteX10" fmla="*/ 1668566 w 1668566"/>
                <a:gd name="connsiteY10" fmla="*/ 248186 h 248186"/>
                <a:gd name="connsiteX0" fmla="*/ 1440017 w 1440017"/>
                <a:gd name="connsiteY0" fmla="*/ 248186 h 248186"/>
                <a:gd name="connsiteX1" fmla="*/ 62 w 1440017"/>
                <a:gd name="connsiteY1" fmla="*/ 248186 h 248186"/>
                <a:gd name="connsiteX2" fmla="*/ 1266 w 1440017"/>
                <a:gd name="connsiteY2" fmla="*/ 194032 h 248186"/>
                <a:gd name="connsiteX3" fmla="*/ 1294031 w 1440017"/>
                <a:gd name="connsiteY3" fmla="*/ 192497 h 248186"/>
                <a:gd name="connsiteX4" fmla="*/ 1147346 w 1440017"/>
                <a:gd name="connsiteY4" fmla="*/ 219 h 248186"/>
                <a:gd name="connsiteX5" fmla="*/ 1205385 w 1440017"/>
                <a:gd name="connsiteY5" fmla="*/ 219 h 248186"/>
                <a:gd name="connsiteX6" fmla="*/ 1225641 w 1440017"/>
                <a:gd name="connsiteY6" fmla="*/ 12347 h 248186"/>
                <a:gd name="connsiteX7" fmla="*/ 1290157 w 1440017"/>
                <a:gd name="connsiteY7" fmla="*/ 105057 h 248186"/>
                <a:gd name="connsiteX8" fmla="*/ 1434176 w 1440017"/>
                <a:gd name="connsiteY8" fmla="*/ 242090 h 248186"/>
                <a:gd name="connsiteX9" fmla="*/ 1439382 w 1440017"/>
                <a:gd name="connsiteY9" fmla="*/ 246535 h 248186"/>
                <a:gd name="connsiteX10" fmla="*/ 1440017 w 1440017"/>
                <a:gd name="connsiteY10" fmla="*/ 248186 h 248186"/>
                <a:gd name="connsiteX0" fmla="*/ 1439987 w 1439987"/>
                <a:gd name="connsiteY0" fmla="*/ 248186 h 248186"/>
                <a:gd name="connsiteX1" fmla="*/ 32 w 1439987"/>
                <a:gd name="connsiteY1" fmla="*/ 248186 h 248186"/>
                <a:gd name="connsiteX2" fmla="*/ 3538 w 1439987"/>
                <a:gd name="connsiteY2" fmla="*/ 192881 h 248186"/>
                <a:gd name="connsiteX3" fmla="*/ 1294001 w 1439987"/>
                <a:gd name="connsiteY3" fmla="*/ 192497 h 248186"/>
                <a:gd name="connsiteX4" fmla="*/ 1147316 w 1439987"/>
                <a:gd name="connsiteY4" fmla="*/ 219 h 248186"/>
                <a:gd name="connsiteX5" fmla="*/ 1205355 w 1439987"/>
                <a:gd name="connsiteY5" fmla="*/ 219 h 248186"/>
                <a:gd name="connsiteX6" fmla="*/ 1225611 w 1439987"/>
                <a:gd name="connsiteY6" fmla="*/ 12347 h 248186"/>
                <a:gd name="connsiteX7" fmla="*/ 1290127 w 1439987"/>
                <a:gd name="connsiteY7" fmla="*/ 105057 h 248186"/>
                <a:gd name="connsiteX8" fmla="*/ 1434146 w 1439987"/>
                <a:gd name="connsiteY8" fmla="*/ 242090 h 248186"/>
                <a:gd name="connsiteX9" fmla="*/ 1439352 w 1439987"/>
                <a:gd name="connsiteY9" fmla="*/ 246535 h 248186"/>
                <a:gd name="connsiteX10" fmla="*/ 1439987 w 1439987"/>
                <a:gd name="connsiteY10" fmla="*/ 248186 h 248186"/>
                <a:gd name="connsiteX0" fmla="*/ 1436625 w 1436625"/>
                <a:gd name="connsiteY0" fmla="*/ 248186 h 248186"/>
                <a:gd name="connsiteX1" fmla="*/ 122 w 1436625"/>
                <a:gd name="connsiteY1" fmla="*/ 248186 h 248186"/>
                <a:gd name="connsiteX2" fmla="*/ 176 w 1436625"/>
                <a:gd name="connsiteY2" fmla="*/ 192881 h 248186"/>
                <a:gd name="connsiteX3" fmla="*/ 1290639 w 1436625"/>
                <a:gd name="connsiteY3" fmla="*/ 192497 h 248186"/>
                <a:gd name="connsiteX4" fmla="*/ 1143954 w 1436625"/>
                <a:gd name="connsiteY4" fmla="*/ 219 h 248186"/>
                <a:gd name="connsiteX5" fmla="*/ 1201993 w 1436625"/>
                <a:gd name="connsiteY5" fmla="*/ 219 h 248186"/>
                <a:gd name="connsiteX6" fmla="*/ 1222249 w 1436625"/>
                <a:gd name="connsiteY6" fmla="*/ 12347 h 248186"/>
                <a:gd name="connsiteX7" fmla="*/ 1286765 w 1436625"/>
                <a:gd name="connsiteY7" fmla="*/ 105057 h 248186"/>
                <a:gd name="connsiteX8" fmla="*/ 1430784 w 1436625"/>
                <a:gd name="connsiteY8" fmla="*/ 242090 h 248186"/>
                <a:gd name="connsiteX9" fmla="*/ 1435990 w 1436625"/>
                <a:gd name="connsiteY9" fmla="*/ 246535 h 248186"/>
                <a:gd name="connsiteX10" fmla="*/ 1436625 w 1436625"/>
                <a:gd name="connsiteY10" fmla="*/ 248186 h 248186"/>
                <a:gd name="connsiteX0" fmla="*/ 1436553 w 1436553"/>
                <a:gd name="connsiteY0" fmla="*/ 248186 h 248186"/>
                <a:gd name="connsiteX1" fmla="*/ 50 w 1436553"/>
                <a:gd name="connsiteY1" fmla="*/ 248186 h 248186"/>
                <a:gd name="connsiteX2" fmla="*/ 1830 w 1436553"/>
                <a:gd name="connsiteY2" fmla="*/ 192881 h 248186"/>
                <a:gd name="connsiteX3" fmla="*/ 1290567 w 1436553"/>
                <a:gd name="connsiteY3" fmla="*/ 192497 h 248186"/>
                <a:gd name="connsiteX4" fmla="*/ 1143882 w 1436553"/>
                <a:gd name="connsiteY4" fmla="*/ 219 h 248186"/>
                <a:gd name="connsiteX5" fmla="*/ 1201921 w 1436553"/>
                <a:gd name="connsiteY5" fmla="*/ 219 h 248186"/>
                <a:gd name="connsiteX6" fmla="*/ 1222177 w 1436553"/>
                <a:gd name="connsiteY6" fmla="*/ 12347 h 248186"/>
                <a:gd name="connsiteX7" fmla="*/ 1286693 w 1436553"/>
                <a:gd name="connsiteY7" fmla="*/ 105057 h 248186"/>
                <a:gd name="connsiteX8" fmla="*/ 1430712 w 1436553"/>
                <a:gd name="connsiteY8" fmla="*/ 242090 h 248186"/>
                <a:gd name="connsiteX9" fmla="*/ 1435918 w 1436553"/>
                <a:gd name="connsiteY9" fmla="*/ 246535 h 248186"/>
                <a:gd name="connsiteX10" fmla="*/ 1436553 w 1436553"/>
                <a:gd name="connsiteY10" fmla="*/ 248186 h 248186"/>
                <a:gd name="connsiteX0" fmla="*/ 1434899 w 1434899"/>
                <a:gd name="connsiteY0" fmla="*/ 248186 h 248186"/>
                <a:gd name="connsiteX1" fmla="*/ 122 w 1434899"/>
                <a:gd name="connsiteY1" fmla="*/ 248186 h 248186"/>
                <a:gd name="connsiteX2" fmla="*/ 176 w 1434899"/>
                <a:gd name="connsiteY2" fmla="*/ 192881 h 248186"/>
                <a:gd name="connsiteX3" fmla="*/ 1288913 w 1434899"/>
                <a:gd name="connsiteY3" fmla="*/ 192497 h 248186"/>
                <a:gd name="connsiteX4" fmla="*/ 1142228 w 1434899"/>
                <a:gd name="connsiteY4" fmla="*/ 219 h 248186"/>
                <a:gd name="connsiteX5" fmla="*/ 1200267 w 1434899"/>
                <a:gd name="connsiteY5" fmla="*/ 219 h 248186"/>
                <a:gd name="connsiteX6" fmla="*/ 1220523 w 1434899"/>
                <a:gd name="connsiteY6" fmla="*/ 12347 h 248186"/>
                <a:gd name="connsiteX7" fmla="*/ 1285039 w 1434899"/>
                <a:gd name="connsiteY7" fmla="*/ 105057 h 248186"/>
                <a:gd name="connsiteX8" fmla="*/ 1429058 w 1434899"/>
                <a:gd name="connsiteY8" fmla="*/ 242090 h 248186"/>
                <a:gd name="connsiteX9" fmla="*/ 1434264 w 1434899"/>
                <a:gd name="connsiteY9" fmla="*/ 246535 h 248186"/>
                <a:gd name="connsiteX10" fmla="*/ 1434899 w 1434899"/>
                <a:gd name="connsiteY10" fmla="*/ 248186 h 248186"/>
                <a:gd name="connsiteX0" fmla="*/ 1434899 w 1434899"/>
                <a:gd name="connsiteY0" fmla="*/ 248186 h 248186"/>
                <a:gd name="connsiteX1" fmla="*/ 122 w 1434899"/>
                <a:gd name="connsiteY1" fmla="*/ 248186 h 248186"/>
                <a:gd name="connsiteX2" fmla="*/ 176 w 1434899"/>
                <a:gd name="connsiteY2" fmla="*/ 192881 h 248186"/>
                <a:gd name="connsiteX3" fmla="*/ 1288913 w 1434899"/>
                <a:gd name="connsiteY3" fmla="*/ 192497 h 248186"/>
                <a:gd name="connsiteX4" fmla="*/ 1142228 w 1434899"/>
                <a:gd name="connsiteY4" fmla="*/ 219 h 248186"/>
                <a:gd name="connsiteX5" fmla="*/ 1200267 w 1434899"/>
                <a:gd name="connsiteY5" fmla="*/ 219 h 248186"/>
                <a:gd name="connsiteX6" fmla="*/ 1220523 w 1434899"/>
                <a:gd name="connsiteY6" fmla="*/ 12347 h 248186"/>
                <a:gd name="connsiteX7" fmla="*/ 1285039 w 1434899"/>
                <a:gd name="connsiteY7" fmla="*/ 105057 h 248186"/>
                <a:gd name="connsiteX8" fmla="*/ 1429058 w 1434899"/>
                <a:gd name="connsiteY8" fmla="*/ 242090 h 248186"/>
                <a:gd name="connsiteX9" fmla="*/ 1434264 w 1434899"/>
                <a:gd name="connsiteY9" fmla="*/ 246535 h 248186"/>
                <a:gd name="connsiteX10" fmla="*/ 1434899 w 1434899"/>
                <a:gd name="connsiteY10" fmla="*/ 248186 h 248186"/>
                <a:gd name="connsiteX0" fmla="*/ 1434899 w 1434899"/>
                <a:gd name="connsiteY0" fmla="*/ 248186 h 248186"/>
                <a:gd name="connsiteX1" fmla="*/ 122 w 1434899"/>
                <a:gd name="connsiteY1" fmla="*/ 248186 h 248186"/>
                <a:gd name="connsiteX2" fmla="*/ 176 w 1434899"/>
                <a:gd name="connsiteY2" fmla="*/ 192881 h 248186"/>
                <a:gd name="connsiteX3" fmla="*/ 1288913 w 1434899"/>
                <a:gd name="connsiteY3" fmla="*/ 192497 h 248186"/>
                <a:gd name="connsiteX4" fmla="*/ 1142228 w 1434899"/>
                <a:gd name="connsiteY4" fmla="*/ 219 h 248186"/>
                <a:gd name="connsiteX5" fmla="*/ 1200267 w 1434899"/>
                <a:gd name="connsiteY5" fmla="*/ 219 h 248186"/>
                <a:gd name="connsiteX6" fmla="*/ 1220523 w 1434899"/>
                <a:gd name="connsiteY6" fmla="*/ 12347 h 248186"/>
                <a:gd name="connsiteX7" fmla="*/ 1285039 w 1434899"/>
                <a:gd name="connsiteY7" fmla="*/ 105057 h 248186"/>
                <a:gd name="connsiteX8" fmla="*/ 1429058 w 1434899"/>
                <a:gd name="connsiteY8" fmla="*/ 242090 h 248186"/>
                <a:gd name="connsiteX9" fmla="*/ 1434264 w 1434899"/>
                <a:gd name="connsiteY9" fmla="*/ 246535 h 248186"/>
                <a:gd name="connsiteX10" fmla="*/ 1434899 w 1434899"/>
                <a:gd name="connsiteY10" fmla="*/ 248186 h 2481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434899" h="248186">
                  <a:moveTo>
                    <a:pt x="1434899" y="248186"/>
                  </a:moveTo>
                  <a:lnTo>
                    <a:pt x="122" y="248186"/>
                  </a:lnTo>
                  <a:cubicBezTo>
                    <a:pt x="-319" y="229623"/>
                    <a:pt x="617" y="211444"/>
                    <a:pt x="176" y="192881"/>
                  </a:cubicBezTo>
                  <a:lnTo>
                    <a:pt x="1288913" y="192497"/>
                  </a:lnTo>
                  <a:cubicBezTo>
                    <a:pt x="1231064" y="134140"/>
                    <a:pt x="1177788" y="74768"/>
                    <a:pt x="1142228" y="219"/>
                  </a:cubicBezTo>
                  <a:cubicBezTo>
                    <a:pt x="1162611" y="219"/>
                    <a:pt x="1181471" y="854"/>
                    <a:pt x="1200267" y="219"/>
                  </a:cubicBezTo>
                  <a:cubicBezTo>
                    <a:pt x="1209059" y="-1141"/>
                    <a:pt x="1217571" y="3956"/>
                    <a:pt x="1220523" y="12347"/>
                  </a:cubicBezTo>
                  <a:cubicBezTo>
                    <a:pt x="1238085" y="45816"/>
                    <a:pt x="1259758" y="76961"/>
                    <a:pt x="1285039" y="105057"/>
                  </a:cubicBezTo>
                  <a:cubicBezTo>
                    <a:pt x="1328667" y="155126"/>
                    <a:pt x="1376883" y="201004"/>
                    <a:pt x="1429058" y="242090"/>
                  </a:cubicBezTo>
                  <a:cubicBezTo>
                    <a:pt x="1430836" y="243551"/>
                    <a:pt x="1432613" y="245011"/>
                    <a:pt x="1434264" y="246535"/>
                  </a:cubicBezTo>
                  <a:cubicBezTo>
                    <a:pt x="1434582" y="246599"/>
                    <a:pt x="1434582" y="247170"/>
                    <a:pt x="1434899" y="248186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6" name="Freeform 25">
              <a:extLst>
                <a:ext uri="{FF2B5EF4-FFF2-40B4-BE49-F238E27FC236}">
                  <a16:creationId xmlns:a16="http://schemas.microsoft.com/office/drawing/2014/main" id="{17BA7C41-EA1C-2F4D-90C7-EC472AB85B8A}"/>
                </a:ext>
              </a:extLst>
            </p:cNvPr>
            <p:cNvSpPr/>
            <p:nvPr userDrawn="1"/>
          </p:nvSpPr>
          <p:spPr>
            <a:xfrm>
              <a:off x="5439970" y="3509181"/>
              <a:ext cx="1576843" cy="2417447"/>
            </a:xfrm>
            <a:custGeom>
              <a:avLst/>
              <a:gdLst>
                <a:gd name="connsiteX0" fmla="*/ 275717 w 381000"/>
                <a:gd name="connsiteY0" fmla="*/ 292862 h 584200"/>
                <a:gd name="connsiteX1" fmla="*/ 0 w 381000"/>
                <a:gd name="connsiteY1" fmla="*/ 762 h 584200"/>
                <a:gd name="connsiteX2" fmla="*/ 5779 w 381000"/>
                <a:gd name="connsiteY2" fmla="*/ 0 h 584200"/>
                <a:gd name="connsiteX3" fmla="*/ 65532 w 381000"/>
                <a:gd name="connsiteY3" fmla="*/ 0 h 584200"/>
                <a:gd name="connsiteX4" fmla="*/ 73089 w 381000"/>
                <a:gd name="connsiteY4" fmla="*/ 4191 h 584200"/>
                <a:gd name="connsiteX5" fmla="*/ 202629 w 381000"/>
                <a:gd name="connsiteY5" fmla="*/ 164973 h 584200"/>
                <a:gd name="connsiteX6" fmla="*/ 377889 w 381000"/>
                <a:gd name="connsiteY6" fmla="*/ 290449 h 584200"/>
                <a:gd name="connsiteX7" fmla="*/ 381318 w 381000"/>
                <a:gd name="connsiteY7" fmla="*/ 292481 h 584200"/>
                <a:gd name="connsiteX8" fmla="*/ 340043 w 381000"/>
                <a:gd name="connsiteY8" fmla="*/ 317881 h 584200"/>
                <a:gd name="connsiteX9" fmla="*/ 126238 w 381000"/>
                <a:gd name="connsiteY9" fmla="*/ 500698 h 584200"/>
                <a:gd name="connsiteX10" fmla="*/ 74358 w 381000"/>
                <a:gd name="connsiteY10" fmla="*/ 579120 h 584200"/>
                <a:gd name="connsiteX11" fmla="*/ 65024 w 381000"/>
                <a:gd name="connsiteY11" fmla="*/ 584708 h 584200"/>
                <a:gd name="connsiteX12" fmla="*/ 0 w 381000"/>
                <a:gd name="connsiteY12" fmla="*/ 584708 h 584200"/>
                <a:gd name="connsiteX13" fmla="*/ 275717 w 381000"/>
                <a:gd name="connsiteY13" fmla="*/ 292862 h 584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81000" h="584200">
                  <a:moveTo>
                    <a:pt x="275717" y="292862"/>
                  </a:moveTo>
                  <a:cubicBezTo>
                    <a:pt x="157290" y="220155"/>
                    <a:pt x="68517" y="120840"/>
                    <a:pt x="0" y="762"/>
                  </a:cubicBezTo>
                  <a:cubicBezTo>
                    <a:pt x="1912" y="408"/>
                    <a:pt x="3840" y="154"/>
                    <a:pt x="5779" y="0"/>
                  </a:cubicBezTo>
                  <a:cubicBezTo>
                    <a:pt x="25654" y="0"/>
                    <a:pt x="45593" y="0"/>
                    <a:pt x="65532" y="0"/>
                  </a:cubicBezTo>
                  <a:cubicBezTo>
                    <a:pt x="68552" y="194"/>
                    <a:pt x="71325" y="1732"/>
                    <a:pt x="73089" y="4191"/>
                  </a:cubicBezTo>
                  <a:cubicBezTo>
                    <a:pt x="105855" y="66230"/>
                    <a:pt x="150940" y="118491"/>
                    <a:pt x="202629" y="164973"/>
                  </a:cubicBezTo>
                  <a:cubicBezTo>
                    <a:pt x="256618" y="212664"/>
                    <a:pt x="315344" y="254708"/>
                    <a:pt x="377889" y="290449"/>
                  </a:cubicBezTo>
                  <a:lnTo>
                    <a:pt x="381318" y="292481"/>
                  </a:lnTo>
                  <a:cubicBezTo>
                    <a:pt x="367221" y="301180"/>
                    <a:pt x="353568" y="309372"/>
                    <a:pt x="340043" y="317881"/>
                  </a:cubicBezTo>
                  <a:cubicBezTo>
                    <a:pt x="260224" y="368681"/>
                    <a:pt x="186246" y="426593"/>
                    <a:pt x="126238" y="500698"/>
                  </a:cubicBezTo>
                  <a:cubicBezTo>
                    <a:pt x="106331" y="525012"/>
                    <a:pt x="88949" y="551288"/>
                    <a:pt x="74358" y="579120"/>
                  </a:cubicBezTo>
                  <a:cubicBezTo>
                    <a:pt x="72939" y="582938"/>
                    <a:pt x="69060" y="585261"/>
                    <a:pt x="65024" y="584708"/>
                  </a:cubicBezTo>
                  <a:cubicBezTo>
                    <a:pt x="43879" y="584391"/>
                    <a:pt x="22733" y="584708"/>
                    <a:pt x="0" y="584708"/>
                  </a:cubicBezTo>
                  <a:cubicBezTo>
                    <a:pt x="68517" y="464693"/>
                    <a:pt x="157862" y="365951"/>
                    <a:pt x="275717" y="292862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7" name="Freeform 26">
              <a:extLst>
                <a:ext uri="{FF2B5EF4-FFF2-40B4-BE49-F238E27FC236}">
                  <a16:creationId xmlns:a16="http://schemas.microsoft.com/office/drawing/2014/main" id="{2F450B4C-241D-A544-BBEF-175E01D6A139}"/>
                </a:ext>
              </a:extLst>
            </p:cNvPr>
            <p:cNvSpPr/>
            <p:nvPr userDrawn="1"/>
          </p:nvSpPr>
          <p:spPr>
            <a:xfrm flipV="1">
              <a:off x="683" y="4907035"/>
              <a:ext cx="5938619" cy="1027006"/>
            </a:xfrm>
            <a:custGeom>
              <a:avLst/>
              <a:gdLst>
                <a:gd name="connsiteX0" fmla="*/ 749871 w 749300"/>
                <a:gd name="connsiteY0" fmla="*/ 248186 h 247650"/>
                <a:gd name="connsiteX1" fmla="*/ 0 w 749300"/>
                <a:gd name="connsiteY1" fmla="*/ 248186 h 247650"/>
                <a:gd name="connsiteX2" fmla="*/ 0 w 749300"/>
                <a:gd name="connsiteY2" fmla="*/ 192497 h 247650"/>
                <a:gd name="connsiteX3" fmla="*/ 603885 w 749300"/>
                <a:gd name="connsiteY3" fmla="*/ 192497 h 247650"/>
                <a:gd name="connsiteX4" fmla="*/ 457200 w 749300"/>
                <a:gd name="connsiteY4" fmla="*/ 219 h 247650"/>
                <a:gd name="connsiteX5" fmla="*/ 515239 w 749300"/>
                <a:gd name="connsiteY5" fmla="*/ 219 h 247650"/>
                <a:gd name="connsiteX6" fmla="*/ 535495 w 749300"/>
                <a:gd name="connsiteY6" fmla="*/ 12347 h 247650"/>
                <a:gd name="connsiteX7" fmla="*/ 600011 w 749300"/>
                <a:gd name="connsiteY7" fmla="*/ 105057 h 247650"/>
                <a:gd name="connsiteX8" fmla="*/ 744030 w 749300"/>
                <a:gd name="connsiteY8" fmla="*/ 242090 h 247650"/>
                <a:gd name="connsiteX9" fmla="*/ 749236 w 749300"/>
                <a:gd name="connsiteY9" fmla="*/ 246535 h 247650"/>
                <a:gd name="connsiteX10" fmla="*/ 749871 w 749300"/>
                <a:gd name="connsiteY10" fmla="*/ 248186 h 247650"/>
                <a:gd name="connsiteX0" fmla="*/ 1670881 w 1670881"/>
                <a:gd name="connsiteY0" fmla="*/ 248186 h 248186"/>
                <a:gd name="connsiteX1" fmla="*/ 921010 w 1670881"/>
                <a:gd name="connsiteY1" fmla="*/ 248186 h 248186"/>
                <a:gd name="connsiteX2" fmla="*/ 0 w 1670881"/>
                <a:gd name="connsiteY2" fmla="*/ 192497 h 248186"/>
                <a:gd name="connsiteX3" fmla="*/ 1524895 w 1670881"/>
                <a:gd name="connsiteY3" fmla="*/ 192497 h 248186"/>
                <a:gd name="connsiteX4" fmla="*/ 1378210 w 1670881"/>
                <a:gd name="connsiteY4" fmla="*/ 219 h 248186"/>
                <a:gd name="connsiteX5" fmla="*/ 1436249 w 1670881"/>
                <a:gd name="connsiteY5" fmla="*/ 219 h 248186"/>
                <a:gd name="connsiteX6" fmla="*/ 1456505 w 1670881"/>
                <a:gd name="connsiteY6" fmla="*/ 12347 h 248186"/>
                <a:gd name="connsiteX7" fmla="*/ 1521021 w 1670881"/>
                <a:gd name="connsiteY7" fmla="*/ 105057 h 248186"/>
                <a:gd name="connsiteX8" fmla="*/ 1665040 w 1670881"/>
                <a:gd name="connsiteY8" fmla="*/ 242090 h 248186"/>
                <a:gd name="connsiteX9" fmla="*/ 1670246 w 1670881"/>
                <a:gd name="connsiteY9" fmla="*/ 246535 h 248186"/>
                <a:gd name="connsiteX10" fmla="*/ 1670881 w 1670881"/>
                <a:gd name="connsiteY10" fmla="*/ 248186 h 248186"/>
                <a:gd name="connsiteX0" fmla="*/ 1670881 w 1670881"/>
                <a:gd name="connsiteY0" fmla="*/ 248186 h 248186"/>
                <a:gd name="connsiteX1" fmla="*/ 1324 w 1670881"/>
                <a:gd name="connsiteY1" fmla="*/ 248186 h 248186"/>
                <a:gd name="connsiteX2" fmla="*/ 0 w 1670881"/>
                <a:gd name="connsiteY2" fmla="*/ 192497 h 248186"/>
                <a:gd name="connsiteX3" fmla="*/ 1524895 w 1670881"/>
                <a:gd name="connsiteY3" fmla="*/ 192497 h 248186"/>
                <a:gd name="connsiteX4" fmla="*/ 1378210 w 1670881"/>
                <a:gd name="connsiteY4" fmla="*/ 219 h 248186"/>
                <a:gd name="connsiteX5" fmla="*/ 1436249 w 1670881"/>
                <a:gd name="connsiteY5" fmla="*/ 219 h 248186"/>
                <a:gd name="connsiteX6" fmla="*/ 1456505 w 1670881"/>
                <a:gd name="connsiteY6" fmla="*/ 12347 h 248186"/>
                <a:gd name="connsiteX7" fmla="*/ 1521021 w 1670881"/>
                <a:gd name="connsiteY7" fmla="*/ 105057 h 248186"/>
                <a:gd name="connsiteX8" fmla="*/ 1665040 w 1670881"/>
                <a:gd name="connsiteY8" fmla="*/ 242090 h 248186"/>
                <a:gd name="connsiteX9" fmla="*/ 1670246 w 1670881"/>
                <a:gd name="connsiteY9" fmla="*/ 246535 h 248186"/>
                <a:gd name="connsiteX10" fmla="*/ 1670881 w 1670881"/>
                <a:gd name="connsiteY10" fmla="*/ 248186 h 248186"/>
                <a:gd name="connsiteX0" fmla="*/ 1669638 w 1669638"/>
                <a:gd name="connsiteY0" fmla="*/ 248186 h 248186"/>
                <a:gd name="connsiteX1" fmla="*/ 81 w 1669638"/>
                <a:gd name="connsiteY1" fmla="*/ 248186 h 248186"/>
                <a:gd name="connsiteX2" fmla="*/ 742 w 1669638"/>
                <a:gd name="connsiteY2" fmla="*/ 192497 h 248186"/>
                <a:gd name="connsiteX3" fmla="*/ 1523652 w 1669638"/>
                <a:gd name="connsiteY3" fmla="*/ 192497 h 248186"/>
                <a:gd name="connsiteX4" fmla="*/ 1376967 w 1669638"/>
                <a:gd name="connsiteY4" fmla="*/ 219 h 248186"/>
                <a:gd name="connsiteX5" fmla="*/ 1435006 w 1669638"/>
                <a:gd name="connsiteY5" fmla="*/ 219 h 248186"/>
                <a:gd name="connsiteX6" fmla="*/ 1455262 w 1669638"/>
                <a:gd name="connsiteY6" fmla="*/ 12347 h 248186"/>
                <a:gd name="connsiteX7" fmla="*/ 1519778 w 1669638"/>
                <a:gd name="connsiteY7" fmla="*/ 105057 h 248186"/>
                <a:gd name="connsiteX8" fmla="*/ 1663797 w 1669638"/>
                <a:gd name="connsiteY8" fmla="*/ 242090 h 248186"/>
                <a:gd name="connsiteX9" fmla="*/ 1669003 w 1669638"/>
                <a:gd name="connsiteY9" fmla="*/ 246535 h 248186"/>
                <a:gd name="connsiteX10" fmla="*/ 1669638 w 1669638"/>
                <a:gd name="connsiteY10" fmla="*/ 248186 h 248186"/>
                <a:gd name="connsiteX0" fmla="*/ 1668896 w 1668896"/>
                <a:gd name="connsiteY0" fmla="*/ 248186 h 248186"/>
                <a:gd name="connsiteX1" fmla="*/ 331 w 1668896"/>
                <a:gd name="connsiteY1" fmla="*/ 247193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  <a:gd name="connsiteX0" fmla="*/ 1669638 w 1669638"/>
                <a:gd name="connsiteY0" fmla="*/ 248186 h 248186"/>
                <a:gd name="connsiteX1" fmla="*/ 80 w 1669638"/>
                <a:gd name="connsiteY1" fmla="*/ 247193 h 248186"/>
                <a:gd name="connsiteX2" fmla="*/ 742 w 1669638"/>
                <a:gd name="connsiteY2" fmla="*/ 192497 h 248186"/>
                <a:gd name="connsiteX3" fmla="*/ 1523652 w 1669638"/>
                <a:gd name="connsiteY3" fmla="*/ 192497 h 248186"/>
                <a:gd name="connsiteX4" fmla="*/ 1376967 w 1669638"/>
                <a:gd name="connsiteY4" fmla="*/ 219 h 248186"/>
                <a:gd name="connsiteX5" fmla="*/ 1435006 w 1669638"/>
                <a:gd name="connsiteY5" fmla="*/ 219 h 248186"/>
                <a:gd name="connsiteX6" fmla="*/ 1455262 w 1669638"/>
                <a:gd name="connsiteY6" fmla="*/ 12347 h 248186"/>
                <a:gd name="connsiteX7" fmla="*/ 1519778 w 1669638"/>
                <a:gd name="connsiteY7" fmla="*/ 105057 h 248186"/>
                <a:gd name="connsiteX8" fmla="*/ 1663797 w 1669638"/>
                <a:gd name="connsiteY8" fmla="*/ 242090 h 248186"/>
                <a:gd name="connsiteX9" fmla="*/ 1669003 w 1669638"/>
                <a:gd name="connsiteY9" fmla="*/ 246535 h 248186"/>
                <a:gd name="connsiteX10" fmla="*/ 1669638 w 1669638"/>
                <a:gd name="connsiteY10" fmla="*/ 248186 h 248186"/>
                <a:gd name="connsiteX0" fmla="*/ 1668896 w 1668896"/>
                <a:gd name="connsiteY0" fmla="*/ 248186 h 248186"/>
                <a:gd name="connsiteX1" fmla="*/ 331 w 1668896"/>
                <a:gd name="connsiteY1" fmla="*/ 248186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  <a:gd name="connsiteX0" fmla="*/ 1668566 w 1668566"/>
                <a:gd name="connsiteY0" fmla="*/ 248186 h 248186"/>
                <a:gd name="connsiteX1" fmla="*/ 1 w 1668566"/>
                <a:gd name="connsiteY1" fmla="*/ 248186 h 248186"/>
                <a:gd name="connsiteX2" fmla="*/ 229815 w 1668566"/>
                <a:gd name="connsiteY2" fmla="*/ 194032 h 248186"/>
                <a:gd name="connsiteX3" fmla="*/ 1522580 w 1668566"/>
                <a:gd name="connsiteY3" fmla="*/ 192497 h 248186"/>
                <a:gd name="connsiteX4" fmla="*/ 1375895 w 1668566"/>
                <a:gd name="connsiteY4" fmla="*/ 219 h 248186"/>
                <a:gd name="connsiteX5" fmla="*/ 1433934 w 1668566"/>
                <a:gd name="connsiteY5" fmla="*/ 219 h 248186"/>
                <a:gd name="connsiteX6" fmla="*/ 1454190 w 1668566"/>
                <a:gd name="connsiteY6" fmla="*/ 12347 h 248186"/>
                <a:gd name="connsiteX7" fmla="*/ 1518706 w 1668566"/>
                <a:gd name="connsiteY7" fmla="*/ 105057 h 248186"/>
                <a:gd name="connsiteX8" fmla="*/ 1662725 w 1668566"/>
                <a:gd name="connsiteY8" fmla="*/ 242090 h 248186"/>
                <a:gd name="connsiteX9" fmla="*/ 1667931 w 1668566"/>
                <a:gd name="connsiteY9" fmla="*/ 246535 h 248186"/>
                <a:gd name="connsiteX10" fmla="*/ 1668566 w 1668566"/>
                <a:gd name="connsiteY10" fmla="*/ 248186 h 248186"/>
                <a:gd name="connsiteX0" fmla="*/ 1440017 w 1440017"/>
                <a:gd name="connsiteY0" fmla="*/ 248186 h 248186"/>
                <a:gd name="connsiteX1" fmla="*/ 62 w 1440017"/>
                <a:gd name="connsiteY1" fmla="*/ 248186 h 248186"/>
                <a:gd name="connsiteX2" fmla="*/ 1266 w 1440017"/>
                <a:gd name="connsiteY2" fmla="*/ 194032 h 248186"/>
                <a:gd name="connsiteX3" fmla="*/ 1294031 w 1440017"/>
                <a:gd name="connsiteY3" fmla="*/ 192497 h 248186"/>
                <a:gd name="connsiteX4" fmla="*/ 1147346 w 1440017"/>
                <a:gd name="connsiteY4" fmla="*/ 219 h 248186"/>
                <a:gd name="connsiteX5" fmla="*/ 1205385 w 1440017"/>
                <a:gd name="connsiteY5" fmla="*/ 219 h 248186"/>
                <a:gd name="connsiteX6" fmla="*/ 1225641 w 1440017"/>
                <a:gd name="connsiteY6" fmla="*/ 12347 h 248186"/>
                <a:gd name="connsiteX7" fmla="*/ 1290157 w 1440017"/>
                <a:gd name="connsiteY7" fmla="*/ 105057 h 248186"/>
                <a:gd name="connsiteX8" fmla="*/ 1434176 w 1440017"/>
                <a:gd name="connsiteY8" fmla="*/ 242090 h 248186"/>
                <a:gd name="connsiteX9" fmla="*/ 1439382 w 1440017"/>
                <a:gd name="connsiteY9" fmla="*/ 246535 h 248186"/>
                <a:gd name="connsiteX10" fmla="*/ 1440017 w 1440017"/>
                <a:gd name="connsiteY10" fmla="*/ 248186 h 248186"/>
                <a:gd name="connsiteX0" fmla="*/ 1439987 w 1439987"/>
                <a:gd name="connsiteY0" fmla="*/ 248186 h 248186"/>
                <a:gd name="connsiteX1" fmla="*/ 32 w 1439987"/>
                <a:gd name="connsiteY1" fmla="*/ 248186 h 248186"/>
                <a:gd name="connsiteX2" fmla="*/ 3538 w 1439987"/>
                <a:gd name="connsiteY2" fmla="*/ 192881 h 248186"/>
                <a:gd name="connsiteX3" fmla="*/ 1294001 w 1439987"/>
                <a:gd name="connsiteY3" fmla="*/ 192497 h 248186"/>
                <a:gd name="connsiteX4" fmla="*/ 1147316 w 1439987"/>
                <a:gd name="connsiteY4" fmla="*/ 219 h 248186"/>
                <a:gd name="connsiteX5" fmla="*/ 1205355 w 1439987"/>
                <a:gd name="connsiteY5" fmla="*/ 219 h 248186"/>
                <a:gd name="connsiteX6" fmla="*/ 1225611 w 1439987"/>
                <a:gd name="connsiteY6" fmla="*/ 12347 h 248186"/>
                <a:gd name="connsiteX7" fmla="*/ 1290127 w 1439987"/>
                <a:gd name="connsiteY7" fmla="*/ 105057 h 248186"/>
                <a:gd name="connsiteX8" fmla="*/ 1434146 w 1439987"/>
                <a:gd name="connsiteY8" fmla="*/ 242090 h 248186"/>
                <a:gd name="connsiteX9" fmla="*/ 1439352 w 1439987"/>
                <a:gd name="connsiteY9" fmla="*/ 246535 h 248186"/>
                <a:gd name="connsiteX10" fmla="*/ 1439987 w 1439987"/>
                <a:gd name="connsiteY10" fmla="*/ 248186 h 248186"/>
                <a:gd name="connsiteX0" fmla="*/ 1436625 w 1436625"/>
                <a:gd name="connsiteY0" fmla="*/ 248186 h 248186"/>
                <a:gd name="connsiteX1" fmla="*/ 122 w 1436625"/>
                <a:gd name="connsiteY1" fmla="*/ 248186 h 248186"/>
                <a:gd name="connsiteX2" fmla="*/ 176 w 1436625"/>
                <a:gd name="connsiteY2" fmla="*/ 192881 h 248186"/>
                <a:gd name="connsiteX3" fmla="*/ 1290639 w 1436625"/>
                <a:gd name="connsiteY3" fmla="*/ 192497 h 248186"/>
                <a:gd name="connsiteX4" fmla="*/ 1143954 w 1436625"/>
                <a:gd name="connsiteY4" fmla="*/ 219 h 248186"/>
                <a:gd name="connsiteX5" fmla="*/ 1201993 w 1436625"/>
                <a:gd name="connsiteY5" fmla="*/ 219 h 248186"/>
                <a:gd name="connsiteX6" fmla="*/ 1222249 w 1436625"/>
                <a:gd name="connsiteY6" fmla="*/ 12347 h 248186"/>
                <a:gd name="connsiteX7" fmla="*/ 1286765 w 1436625"/>
                <a:gd name="connsiteY7" fmla="*/ 105057 h 248186"/>
                <a:gd name="connsiteX8" fmla="*/ 1430784 w 1436625"/>
                <a:gd name="connsiteY8" fmla="*/ 242090 h 248186"/>
                <a:gd name="connsiteX9" fmla="*/ 1435990 w 1436625"/>
                <a:gd name="connsiteY9" fmla="*/ 246535 h 248186"/>
                <a:gd name="connsiteX10" fmla="*/ 1436625 w 1436625"/>
                <a:gd name="connsiteY10" fmla="*/ 248186 h 248186"/>
                <a:gd name="connsiteX0" fmla="*/ 1436553 w 1436553"/>
                <a:gd name="connsiteY0" fmla="*/ 248186 h 248186"/>
                <a:gd name="connsiteX1" fmla="*/ 50 w 1436553"/>
                <a:gd name="connsiteY1" fmla="*/ 248186 h 248186"/>
                <a:gd name="connsiteX2" fmla="*/ 1830 w 1436553"/>
                <a:gd name="connsiteY2" fmla="*/ 192881 h 248186"/>
                <a:gd name="connsiteX3" fmla="*/ 1290567 w 1436553"/>
                <a:gd name="connsiteY3" fmla="*/ 192497 h 248186"/>
                <a:gd name="connsiteX4" fmla="*/ 1143882 w 1436553"/>
                <a:gd name="connsiteY4" fmla="*/ 219 h 248186"/>
                <a:gd name="connsiteX5" fmla="*/ 1201921 w 1436553"/>
                <a:gd name="connsiteY5" fmla="*/ 219 h 248186"/>
                <a:gd name="connsiteX6" fmla="*/ 1222177 w 1436553"/>
                <a:gd name="connsiteY6" fmla="*/ 12347 h 248186"/>
                <a:gd name="connsiteX7" fmla="*/ 1286693 w 1436553"/>
                <a:gd name="connsiteY7" fmla="*/ 105057 h 248186"/>
                <a:gd name="connsiteX8" fmla="*/ 1430712 w 1436553"/>
                <a:gd name="connsiteY8" fmla="*/ 242090 h 248186"/>
                <a:gd name="connsiteX9" fmla="*/ 1435918 w 1436553"/>
                <a:gd name="connsiteY9" fmla="*/ 246535 h 248186"/>
                <a:gd name="connsiteX10" fmla="*/ 1436553 w 1436553"/>
                <a:gd name="connsiteY10" fmla="*/ 248186 h 248186"/>
                <a:gd name="connsiteX0" fmla="*/ 1434899 w 1434899"/>
                <a:gd name="connsiteY0" fmla="*/ 248186 h 248186"/>
                <a:gd name="connsiteX1" fmla="*/ 122 w 1434899"/>
                <a:gd name="connsiteY1" fmla="*/ 248186 h 248186"/>
                <a:gd name="connsiteX2" fmla="*/ 176 w 1434899"/>
                <a:gd name="connsiteY2" fmla="*/ 192881 h 248186"/>
                <a:gd name="connsiteX3" fmla="*/ 1288913 w 1434899"/>
                <a:gd name="connsiteY3" fmla="*/ 192497 h 248186"/>
                <a:gd name="connsiteX4" fmla="*/ 1142228 w 1434899"/>
                <a:gd name="connsiteY4" fmla="*/ 219 h 248186"/>
                <a:gd name="connsiteX5" fmla="*/ 1200267 w 1434899"/>
                <a:gd name="connsiteY5" fmla="*/ 219 h 248186"/>
                <a:gd name="connsiteX6" fmla="*/ 1220523 w 1434899"/>
                <a:gd name="connsiteY6" fmla="*/ 12347 h 248186"/>
                <a:gd name="connsiteX7" fmla="*/ 1285039 w 1434899"/>
                <a:gd name="connsiteY7" fmla="*/ 105057 h 248186"/>
                <a:gd name="connsiteX8" fmla="*/ 1429058 w 1434899"/>
                <a:gd name="connsiteY8" fmla="*/ 242090 h 248186"/>
                <a:gd name="connsiteX9" fmla="*/ 1434264 w 1434899"/>
                <a:gd name="connsiteY9" fmla="*/ 246535 h 248186"/>
                <a:gd name="connsiteX10" fmla="*/ 1434899 w 1434899"/>
                <a:gd name="connsiteY10" fmla="*/ 248186 h 248186"/>
                <a:gd name="connsiteX0" fmla="*/ 1434899 w 1434899"/>
                <a:gd name="connsiteY0" fmla="*/ 248186 h 248186"/>
                <a:gd name="connsiteX1" fmla="*/ 122 w 1434899"/>
                <a:gd name="connsiteY1" fmla="*/ 248186 h 248186"/>
                <a:gd name="connsiteX2" fmla="*/ 176 w 1434899"/>
                <a:gd name="connsiteY2" fmla="*/ 192881 h 248186"/>
                <a:gd name="connsiteX3" fmla="*/ 1288913 w 1434899"/>
                <a:gd name="connsiteY3" fmla="*/ 192497 h 248186"/>
                <a:gd name="connsiteX4" fmla="*/ 1142228 w 1434899"/>
                <a:gd name="connsiteY4" fmla="*/ 219 h 248186"/>
                <a:gd name="connsiteX5" fmla="*/ 1200267 w 1434899"/>
                <a:gd name="connsiteY5" fmla="*/ 219 h 248186"/>
                <a:gd name="connsiteX6" fmla="*/ 1220523 w 1434899"/>
                <a:gd name="connsiteY6" fmla="*/ 12347 h 248186"/>
                <a:gd name="connsiteX7" fmla="*/ 1285039 w 1434899"/>
                <a:gd name="connsiteY7" fmla="*/ 105057 h 248186"/>
                <a:gd name="connsiteX8" fmla="*/ 1429058 w 1434899"/>
                <a:gd name="connsiteY8" fmla="*/ 242090 h 248186"/>
                <a:gd name="connsiteX9" fmla="*/ 1434264 w 1434899"/>
                <a:gd name="connsiteY9" fmla="*/ 246535 h 248186"/>
                <a:gd name="connsiteX10" fmla="*/ 1434899 w 1434899"/>
                <a:gd name="connsiteY10" fmla="*/ 248186 h 248186"/>
                <a:gd name="connsiteX0" fmla="*/ 1434899 w 1434899"/>
                <a:gd name="connsiteY0" fmla="*/ 248186 h 248186"/>
                <a:gd name="connsiteX1" fmla="*/ 122 w 1434899"/>
                <a:gd name="connsiteY1" fmla="*/ 248186 h 248186"/>
                <a:gd name="connsiteX2" fmla="*/ 176 w 1434899"/>
                <a:gd name="connsiteY2" fmla="*/ 192881 h 248186"/>
                <a:gd name="connsiteX3" fmla="*/ 1288913 w 1434899"/>
                <a:gd name="connsiteY3" fmla="*/ 192497 h 248186"/>
                <a:gd name="connsiteX4" fmla="*/ 1142228 w 1434899"/>
                <a:gd name="connsiteY4" fmla="*/ 219 h 248186"/>
                <a:gd name="connsiteX5" fmla="*/ 1200267 w 1434899"/>
                <a:gd name="connsiteY5" fmla="*/ 219 h 248186"/>
                <a:gd name="connsiteX6" fmla="*/ 1220523 w 1434899"/>
                <a:gd name="connsiteY6" fmla="*/ 12347 h 248186"/>
                <a:gd name="connsiteX7" fmla="*/ 1285039 w 1434899"/>
                <a:gd name="connsiteY7" fmla="*/ 105057 h 248186"/>
                <a:gd name="connsiteX8" fmla="*/ 1429058 w 1434899"/>
                <a:gd name="connsiteY8" fmla="*/ 242090 h 248186"/>
                <a:gd name="connsiteX9" fmla="*/ 1434264 w 1434899"/>
                <a:gd name="connsiteY9" fmla="*/ 246535 h 248186"/>
                <a:gd name="connsiteX10" fmla="*/ 1434899 w 1434899"/>
                <a:gd name="connsiteY10" fmla="*/ 248186 h 2481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434899" h="248186">
                  <a:moveTo>
                    <a:pt x="1434899" y="248186"/>
                  </a:moveTo>
                  <a:lnTo>
                    <a:pt x="122" y="248186"/>
                  </a:lnTo>
                  <a:cubicBezTo>
                    <a:pt x="-319" y="229623"/>
                    <a:pt x="617" y="211444"/>
                    <a:pt x="176" y="192881"/>
                  </a:cubicBezTo>
                  <a:lnTo>
                    <a:pt x="1288913" y="192497"/>
                  </a:lnTo>
                  <a:cubicBezTo>
                    <a:pt x="1231064" y="134140"/>
                    <a:pt x="1177788" y="74768"/>
                    <a:pt x="1142228" y="219"/>
                  </a:cubicBezTo>
                  <a:cubicBezTo>
                    <a:pt x="1162611" y="219"/>
                    <a:pt x="1181471" y="854"/>
                    <a:pt x="1200267" y="219"/>
                  </a:cubicBezTo>
                  <a:cubicBezTo>
                    <a:pt x="1209059" y="-1141"/>
                    <a:pt x="1217571" y="3956"/>
                    <a:pt x="1220523" y="12347"/>
                  </a:cubicBezTo>
                  <a:cubicBezTo>
                    <a:pt x="1238085" y="45816"/>
                    <a:pt x="1259758" y="76961"/>
                    <a:pt x="1285039" y="105057"/>
                  </a:cubicBezTo>
                  <a:cubicBezTo>
                    <a:pt x="1328667" y="155126"/>
                    <a:pt x="1376883" y="201004"/>
                    <a:pt x="1429058" y="242090"/>
                  </a:cubicBezTo>
                  <a:cubicBezTo>
                    <a:pt x="1430836" y="243551"/>
                    <a:pt x="1432613" y="245011"/>
                    <a:pt x="1434264" y="246535"/>
                  </a:cubicBezTo>
                  <a:cubicBezTo>
                    <a:pt x="1434582" y="246599"/>
                    <a:pt x="1434582" y="247170"/>
                    <a:pt x="1434899" y="248186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</p:spTree>
    <p:extLst>
      <p:ext uri="{BB962C8B-B14F-4D97-AF65-F5344CB8AC3E}">
        <p14:creationId xmlns:p14="http://schemas.microsoft.com/office/powerpoint/2010/main" val="188784966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634">
          <p15:clr>
            <a:srgbClr val="FBAE40"/>
          </p15:clr>
        </p15:guide>
      </p15:sldGuideLst>
    </p:ext>
  </p:extLs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QA Template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71466" y="2130432"/>
            <a:ext cx="11049077" cy="1470025"/>
          </a:xfrm>
        </p:spPr>
        <p:txBody>
          <a:bodyPr>
            <a:normAutofit/>
          </a:bodyPr>
          <a:lstStyle>
            <a:lvl1pPr algn="ctr">
              <a:defRPr sz="3600">
                <a:solidFill>
                  <a:srgbClr val="0070C0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>
            <a:normAutofit/>
          </a:bodyPr>
          <a:lstStyle>
            <a:lvl1pPr marL="0" indent="0" algn="ctr">
              <a:buNone/>
              <a:defRPr sz="2400" b="1">
                <a:solidFill>
                  <a:srgbClr val="AAAAAA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GB" dirty="0"/>
          </a:p>
        </p:txBody>
      </p:sp>
      <p:pic>
        <p:nvPicPr>
          <p:cNvPr id="8" name="Picture 7" descr="NewSwoop_Footer.jpg"/>
          <p:cNvPicPr>
            <a:picLocks noChangeAspect="1"/>
          </p:cNvPicPr>
          <p:nvPr userDrawn="1"/>
        </p:nvPicPr>
        <p:blipFill>
          <a:blip r:embed="rId2" cstate="print"/>
          <a:srcRect b="6922"/>
          <a:stretch>
            <a:fillRect/>
          </a:stretch>
        </p:blipFill>
        <p:spPr>
          <a:xfrm>
            <a:off x="0" y="5015952"/>
            <a:ext cx="12192000" cy="1775961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8917" y="785794"/>
            <a:ext cx="956780" cy="6988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1866702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QA Template_Mai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0"/>
          <p:cNvSpPr>
            <a:spLocks noGrp="1"/>
          </p:cNvSpPr>
          <p:nvPr>
            <p:ph type="body" sz="quarter" idx="15"/>
          </p:nvPr>
        </p:nvSpPr>
        <p:spPr>
          <a:xfrm>
            <a:off x="190463" y="928670"/>
            <a:ext cx="11715792" cy="5214974"/>
          </a:xfrm>
        </p:spPr>
        <p:txBody>
          <a:bodyPr/>
          <a:lstStyle>
            <a:lvl1pPr>
              <a:spcBef>
                <a:spcPts val="1200"/>
              </a:spcBef>
              <a:defRPr b="1"/>
            </a:lvl1pPr>
            <a:lvl2pPr>
              <a:spcBef>
                <a:spcPts val="600"/>
              </a:spcBef>
              <a:defRPr/>
            </a:lvl2pPr>
            <a:lvl3pPr>
              <a:spcBef>
                <a:spcPts val="600"/>
              </a:spcBef>
              <a:defRPr/>
            </a:lvl3pPr>
            <a:lvl4pPr>
              <a:spcBef>
                <a:spcPts val="600"/>
              </a:spcBef>
              <a:defRPr/>
            </a:lvl4pPr>
            <a:lvl5pPr>
              <a:spcBef>
                <a:spcPts val="600"/>
              </a:spcBef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190459" y="357166"/>
            <a:ext cx="11715832" cy="50040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GB" sz="2400" b="1" kern="1200" baseline="0" dirty="0" smtClean="0">
                <a:solidFill>
                  <a:srgbClr val="0070C0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pPr marL="342900" lvl="0" indent="-3429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None/>
            </a:pPr>
            <a:r>
              <a:rPr lang="en-US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7338202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1FB68A7-A656-A348-AE42-02B5F30E1E55}"/>
              </a:ext>
            </a:extLst>
          </p:cNvPr>
          <p:cNvSpPr>
            <a:spLocks noGrp="1"/>
          </p:cNvSpPr>
          <p:nvPr userDrawn="1">
            <p:ph type="title"/>
          </p:nvPr>
        </p:nvSpPr>
        <p:spPr>
          <a:xfrm>
            <a:off x="339971" y="562058"/>
            <a:ext cx="11517818" cy="805001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23AAC1-38C0-EC41-AF66-7EC76ACCB83E}"/>
              </a:ext>
            </a:extLst>
          </p:cNvPr>
          <p:cNvSpPr>
            <a:spLocks noGrp="1"/>
          </p:cNvSpPr>
          <p:nvPr userDrawn="1">
            <p:ph type="body" idx="1"/>
          </p:nvPr>
        </p:nvSpPr>
        <p:spPr>
          <a:xfrm>
            <a:off x="341272" y="1368256"/>
            <a:ext cx="11516239" cy="4955354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pPr lvl="0"/>
            <a:r>
              <a:rPr lang="en-US" dirty="0"/>
              <a:t>Edit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FC785C16-E254-5242-9D90-DA9B7DC9FE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98754" y="6584738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1000" b="1" i="0">
                <a:solidFill>
                  <a:schemeClr val="bg1">
                    <a:lumMod val="50000"/>
                  </a:schemeClr>
                </a:solidFill>
                <a:latin typeface="Montserrat" pitchFamily="2" charset="77"/>
              </a:defRPr>
            </a:lvl1pPr>
          </a:lstStyle>
          <a:p>
            <a:fld id="{EF892D59-8F09-EF4B-AD6D-DA609442F868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004647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11" r:id="rId1"/>
    <p:sldLayoutId id="2147483812" r:id="rId2"/>
    <p:sldLayoutId id="2147483813" r:id="rId3"/>
    <p:sldLayoutId id="2147483798" r:id="rId4"/>
    <p:sldLayoutId id="2147483806" r:id="rId5"/>
    <p:sldLayoutId id="2147483709" r:id="rId6"/>
    <p:sldLayoutId id="2147483822" r:id="rId7"/>
    <p:sldLayoutId id="2147483802" r:id="rId8"/>
    <p:sldLayoutId id="2147483792" r:id="rId9"/>
    <p:sldLayoutId id="2147483810" r:id="rId10"/>
    <p:sldLayoutId id="2147483804" r:id="rId11"/>
    <p:sldLayoutId id="2147483821" r:id="rId12"/>
    <p:sldLayoutId id="2147483824" r:id="rId13"/>
    <p:sldLayoutId id="2147483828" r:id="rId14"/>
    <p:sldLayoutId id="2147483853" r:id="rId15"/>
    <p:sldLayoutId id="2147483899" r:id="rId16"/>
    <p:sldLayoutId id="2147483832" r:id="rId17"/>
    <p:sldLayoutId id="2147483833" r:id="rId18"/>
    <p:sldLayoutId id="2147483836" r:id="rId19"/>
    <p:sldLayoutId id="2147483852" r:id="rId20"/>
    <p:sldLayoutId id="2147483900" r:id="rId21"/>
    <p:sldLayoutId id="2147483820" r:id="rId22"/>
    <p:sldLayoutId id="2147483842" r:id="rId23"/>
    <p:sldLayoutId id="2147483845" r:id="rId24"/>
    <p:sldLayoutId id="2147483851" r:id="rId25"/>
    <p:sldLayoutId id="2147483901" r:id="rId26"/>
    <p:sldLayoutId id="2147483650" r:id="rId27"/>
    <p:sldLayoutId id="2147483734" r:id="rId28"/>
    <p:sldLayoutId id="2147483796" r:id="rId29"/>
    <p:sldLayoutId id="2147483719" r:id="rId30"/>
    <p:sldLayoutId id="2147483721" r:id="rId31"/>
    <p:sldLayoutId id="2147483724" r:id="rId32"/>
    <p:sldLayoutId id="2147483797" r:id="rId33"/>
    <p:sldLayoutId id="2147483814" r:id="rId34"/>
    <p:sldLayoutId id="2147483902" r:id="rId35"/>
    <p:sldLayoutId id="2147483903" r:id="rId36"/>
  </p:sldLayoutIdLst>
  <p:hf hd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600" b="0" i="0" kern="1200" cap="none" baseline="0">
          <a:solidFill>
            <a:schemeClr val="tx1"/>
          </a:solidFill>
          <a:latin typeface="Krana Fat B" panose="00000B00000000000000" pitchFamily="50" charset="0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0"/>
        </a:spcBef>
        <a:spcAft>
          <a:spcPts val="650"/>
        </a:spcAft>
        <a:buSzPct val="115000"/>
        <a:buFontTx/>
        <a:buNone/>
        <a:defRPr sz="2000" b="0" i="0" kern="1200">
          <a:solidFill>
            <a:schemeClr val="tx1"/>
          </a:solidFill>
          <a:latin typeface="Montserrat" pitchFamily="2" charset="77"/>
          <a:ea typeface="+mn-ea"/>
          <a:cs typeface="+mn-cs"/>
        </a:defRPr>
      </a:lvl1pPr>
      <a:lvl2pPr marL="355600" indent="-266700" algn="l" defTabSz="914400" rtl="0" eaLnBrk="1" latinLnBrk="0" hangingPunct="1">
        <a:lnSpc>
          <a:spcPct val="100000"/>
        </a:lnSpc>
        <a:spcBef>
          <a:spcPts val="0"/>
        </a:spcBef>
        <a:spcAft>
          <a:spcPts val="650"/>
        </a:spcAft>
        <a:buSzPct val="125000"/>
        <a:buFontTx/>
        <a:buBlip>
          <a:blip r:embed="rId38"/>
        </a:buBlip>
        <a:tabLst/>
        <a:defRPr sz="2000" b="0" kern="1200">
          <a:solidFill>
            <a:schemeClr val="tx1"/>
          </a:solidFill>
          <a:latin typeface="Montserrat" pitchFamily="2" charset="77"/>
          <a:ea typeface="+mn-ea"/>
          <a:cs typeface="+mn-cs"/>
        </a:defRPr>
      </a:lvl2pPr>
      <a:lvl3pPr marL="355600" indent="-266700" algn="l" defTabSz="914400" rtl="0" eaLnBrk="1" latinLnBrk="0" hangingPunct="1">
        <a:lnSpc>
          <a:spcPct val="100000"/>
        </a:lnSpc>
        <a:spcBef>
          <a:spcPts val="0"/>
        </a:spcBef>
        <a:spcAft>
          <a:spcPts val="650"/>
        </a:spcAft>
        <a:buSzPct val="120000"/>
        <a:buFontTx/>
        <a:buBlip>
          <a:blip r:embed="rId38"/>
        </a:buBlip>
        <a:tabLst/>
        <a:defRPr sz="2000" b="0" i="0" kern="1200">
          <a:solidFill>
            <a:schemeClr val="tx1"/>
          </a:solidFill>
          <a:latin typeface="Montserrat" pitchFamily="2" charset="77"/>
          <a:ea typeface="+mn-ea"/>
          <a:cs typeface="+mn-cs"/>
        </a:defRPr>
      </a:lvl3pPr>
      <a:lvl4pPr marL="355600" indent="-266700" algn="l" defTabSz="914400" rtl="0" eaLnBrk="1" latinLnBrk="0" hangingPunct="1">
        <a:lnSpc>
          <a:spcPct val="100000"/>
        </a:lnSpc>
        <a:spcBef>
          <a:spcPts val="0"/>
        </a:spcBef>
        <a:spcAft>
          <a:spcPts val="650"/>
        </a:spcAft>
        <a:buSzPct val="120000"/>
        <a:buFontTx/>
        <a:buBlip>
          <a:blip r:embed="rId38"/>
        </a:buBlip>
        <a:tabLst/>
        <a:defRPr sz="2000" b="0" kern="1200">
          <a:solidFill>
            <a:schemeClr val="tx1"/>
          </a:solidFill>
          <a:latin typeface="Montserrat" pitchFamily="2" charset="77"/>
          <a:ea typeface="+mn-ea"/>
          <a:cs typeface="+mn-cs"/>
        </a:defRPr>
      </a:lvl4pPr>
      <a:lvl5pPr marL="355600" indent="-266700" algn="l" defTabSz="914400" rtl="0" eaLnBrk="1" latinLnBrk="0" hangingPunct="1">
        <a:lnSpc>
          <a:spcPct val="100000"/>
        </a:lnSpc>
        <a:spcBef>
          <a:spcPts val="0"/>
        </a:spcBef>
        <a:spcAft>
          <a:spcPts val="650"/>
        </a:spcAft>
        <a:buSzPct val="125000"/>
        <a:buFontTx/>
        <a:buBlip>
          <a:blip r:embed="rId38"/>
        </a:buBlip>
        <a:tabLst/>
        <a:defRPr sz="2000" b="0" kern="1200">
          <a:solidFill>
            <a:schemeClr val="tx1"/>
          </a:solidFill>
          <a:latin typeface="Montserrat" pitchFamily="2" charset="77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38" userDrawn="1">
          <p15:clr>
            <a:srgbClr val="F26B43"/>
          </p15:clr>
        </p15:guide>
        <p15:guide id="2" orient="horz" pos="4081" userDrawn="1">
          <p15:clr>
            <a:srgbClr val="F26B43"/>
          </p15:clr>
        </p15:guide>
        <p15:guide id="3" pos="237" userDrawn="1">
          <p15:clr>
            <a:srgbClr val="F26B43"/>
          </p15:clr>
        </p15:guide>
        <p15:guide id="4" pos="732" userDrawn="1">
          <p15:clr>
            <a:srgbClr val="F26B43"/>
          </p15:clr>
        </p15:guide>
        <p15:guide id="5" pos="850" userDrawn="1">
          <p15:clr>
            <a:srgbClr val="F26B43"/>
          </p15:clr>
        </p15:guide>
        <p15:guide id="6" pos="1345" userDrawn="1">
          <p15:clr>
            <a:srgbClr val="F26B43"/>
          </p15:clr>
        </p15:guide>
        <p15:guide id="7" pos="1460" userDrawn="1">
          <p15:clr>
            <a:srgbClr val="F26B43"/>
          </p15:clr>
        </p15:guide>
        <p15:guide id="8" pos="1954" userDrawn="1">
          <p15:clr>
            <a:srgbClr val="F26B43"/>
          </p15:clr>
        </p15:guide>
        <p15:guide id="9" pos="2069" userDrawn="1">
          <p15:clr>
            <a:srgbClr val="F26B43"/>
          </p15:clr>
        </p15:guide>
        <p15:guide id="10" pos="2564" userDrawn="1">
          <p15:clr>
            <a:srgbClr val="F26B43"/>
          </p15:clr>
        </p15:guide>
        <p15:guide id="11" pos="2683" userDrawn="1">
          <p15:clr>
            <a:srgbClr val="F26B43"/>
          </p15:clr>
        </p15:guide>
        <p15:guide id="12" pos="3173" userDrawn="1">
          <p15:clr>
            <a:srgbClr val="F26B43"/>
          </p15:clr>
        </p15:guide>
        <p15:guide id="13" pos="3288" userDrawn="1">
          <p15:clr>
            <a:srgbClr val="F26B43"/>
          </p15:clr>
        </p15:guide>
        <p15:guide id="14" pos="3782" userDrawn="1">
          <p15:clr>
            <a:srgbClr val="F26B43"/>
          </p15:clr>
        </p15:guide>
        <p15:guide id="15" pos="3897" userDrawn="1">
          <p15:clr>
            <a:srgbClr val="F26B43"/>
          </p15:clr>
        </p15:guide>
        <p15:guide id="16" pos="4392" userDrawn="1">
          <p15:clr>
            <a:srgbClr val="F26B43"/>
          </p15:clr>
        </p15:guide>
        <p15:guide id="17" pos="4506" userDrawn="1">
          <p15:clr>
            <a:srgbClr val="F26B43"/>
          </p15:clr>
        </p15:guide>
        <p15:guide id="18" pos="5001" userDrawn="1">
          <p15:clr>
            <a:srgbClr val="F26B43"/>
          </p15:clr>
        </p15:guide>
        <p15:guide id="19" pos="5115" userDrawn="1">
          <p15:clr>
            <a:srgbClr val="F26B43"/>
          </p15:clr>
        </p15:guide>
        <p15:guide id="20" pos="5610" userDrawn="1">
          <p15:clr>
            <a:srgbClr val="F26B43"/>
          </p15:clr>
        </p15:guide>
        <p15:guide id="21" pos="5725" userDrawn="1">
          <p15:clr>
            <a:srgbClr val="F26B43"/>
          </p15:clr>
        </p15:guide>
        <p15:guide id="22" pos="6220" userDrawn="1">
          <p15:clr>
            <a:srgbClr val="F26B43"/>
          </p15:clr>
        </p15:guide>
        <p15:guide id="23" pos="6334" userDrawn="1">
          <p15:clr>
            <a:srgbClr val="F26B43"/>
          </p15:clr>
        </p15:guide>
        <p15:guide id="24" pos="6829" userDrawn="1">
          <p15:clr>
            <a:srgbClr val="F26B43"/>
          </p15:clr>
        </p15:guide>
        <p15:guide id="25" pos="6943" userDrawn="1">
          <p15:clr>
            <a:srgbClr val="F26B43"/>
          </p15:clr>
        </p15:guide>
        <p15:guide id="26" pos="7438" userDrawn="1">
          <p15:clr>
            <a:srgbClr val="F26B43"/>
          </p15:clr>
        </p15:guide>
        <p15:guide id="27" pos="3840" userDrawn="1">
          <p15:clr>
            <a:srgbClr val="9FCC3B"/>
          </p15:clr>
        </p15:guide>
        <p15:guide id="28" orient="horz" pos="2160" userDrawn="1">
          <p15:clr>
            <a:srgbClr val="9FCC3B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376238" y="2067007"/>
            <a:ext cx="6480176" cy="2353439"/>
          </a:xfrm>
        </p:spPr>
        <p:txBody>
          <a:bodyPr>
            <a:normAutofit/>
          </a:bodyPr>
          <a:lstStyle/>
          <a:p>
            <a:br>
              <a:rPr lang="en-GB" dirty="0"/>
            </a:br>
            <a:r>
              <a:rPr lang="en-GB" dirty="0"/>
              <a:t>Web Development</a:t>
            </a:r>
            <a:br>
              <a:rPr lang="en-GB" dirty="0"/>
            </a:br>
            <a:r>
              <a:rPr lang="en-GB" dirty="0"/>
              <a:t>jQuery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36BCD83-EEE3-462A-BCA9-C96F7D0347EA}"/>
              </a:ext>
            </a:extLst>
          </p:cNvPr>
          <p:cNvSpPr txBox="1">
            <a:spLocks/>
          </p:cNvSpPr>
          <p:nvPr/>
        </p:nvSpPr>
        <p:spPr>
          <a:xfrm>
            <a:off x="376239" y="5608948"/>
            <a:ext cx="6480175" cy="442733"/>
          </a:xfrm>
          <a:prstGeom prst="rect">
            <a:avLst/>
          </a:prstGeom>
        </p:spPr>
        <p:txBody>
          <a:bodyPr vert="horz" lIns="0" tIns="0" rIns="0" bIns="0" rtlCol="0" anchor="t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50"/>
              </a:spcAft>
              <a:buSzPct val="115000"/>
              <a:buFontTx/>
              <a:buNone/>
              <a:defRPr sz="2000" b="0" i="0" kern="1200">
                <a:solidFill>
                  <a:schemeClr val="tx1"/>
                </a:solidFill>
                <a:latin typeface="Montserrat" pitchFamily="2" charset="77"/>
                <a:ea typeface="+mn-ea"/>
                <a:cs typeface="+mn-cs"/>
              </a:defRPr>
            </a:lvl1pPr>
            <a:lvl2pPr marL="355600" indent="-2667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50"/>
              </a:spcAft>
              <a:buSzPct val="125000"/>
              <a:buFontTx/>
              <a:buBlip>
                <a:blip r:embed="rId3"/>
              </a:buBlip>
              <a:tabLst/>
              <a:defRPr sz="2000" b="0" kern="1200">
                <a:solidFill>
                  <a:schemeClr val="tx1"/>
                </a:solidFill>
                <a:latin typeface="Montserrat" pitchFamily="2" charset="77"/>
                <a:ea typeface="+mn-ea"/>
                <a:cs typeface="+mn-cs"/>
              </a:defRPr>
            </a:lvl2pPr>
            <a:lvl3pPr marL="355600" indent="-2667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50"/>
              </a:spcAft>
              <a:buSzPct val="120000"/>
              <a:buFontTx/>
              <a:buBlip>
                <a:blip r:embed="rId3"/>
              </a:buBlip>
              <a:tabLst/>
              <a:defRPr sz="2000" b="0" i="0" kern="1200">
                <a:solidFill>
                  <a:schemeClr val="tx1"/>
                </a:solidFill>
                <a:latin typeface="Montserrat" pitchFamily="2" charset="77"/>
                <a:ea typeface="+mn-ea"/>
                <a:cs typeface="+mn-cs"/>
              </a:defRPr>
            </a:lvl3pPr>
            <a:lvl4pPr marL="355600" indent="-2667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50"/>
              </a:spcAft>
              <a:buSzPct val="120000"/>
              <a:buFontTx/>
              <a:buBlip>
                <a:blip r:embed="rId3"/>
              </a:buBlip>
              <a:tabLst/>
              <a:defRPr sz="2000" b="0" kern="1200">
                <a:solidFill>
                  <a:schemeClr val="tx1"/>
                </a:solidFill>
                <a:latin typeface="Montserrat" pitchFamily="2" charset="77"/>
                <a:ea typeface="+mn-ea"/>
                <a:cs typeface="+mn-cs"/>
              </a:defRPr>
            </a:lvl4pPr>
            <a:lvl5pPr marL="355600" indent="-2667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50"/>
              </a:spcAft>
              <a:buSzPct val="125000"/>
              <a:buFontTx/>
              <a:buBlip>
                <a:blip r:embed="rId3"/>
              </a:buBlip>
              <a:tabLst/>
              <a:defRPr sz="2000" b="0" kern="1200">
                <a:solidFill>
                  <a:schemeClr val="tx1"/>
                </a:solidFill>
                <a:latin typeface="Montserrat" pitchFamily="2" charset="77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buFont typeface="Arial" panose="020B0604020202020204" pitchFamily="34" charset="0"/>
              <a:buChar char="•"/>
            </a:pPr>
            <a:endParaRPr lang="en-GB" i="1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19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jQuery</a:t>
            </a:r>
            <a:br>
              <a:rPr lang="en-GB" dirty="0"/>
            </a:br>
            <a:r>
              <a:rPr lang="en-GB" dirty="0"/>
              <a:t>Setting Style</a:t>
            </a:r>
          </a:p>
        </p:txBody>
      </p:sp>
    </p:spTree>
    <p:extLst>
      <p:ext uri="{BB962C8B-B14F-4D97-AF65-F5344CB8AC3E}">
        <p14:creationId xmlns:p14="http://schemas.microsoft.com/office/powerpoint/2010/main" val="33286364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39BAA836-8AD6-4195-805C-9663C1B9C5F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GB" dirty="0"/>
              <a:t>Objectives</a:t>
            </a:r>
            <a:endParaRPr lang="en-IN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8DC438DD-DBCD-4B12-A87A-78B38E0C22D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b="1" dirty="0"/>
              <a:t>In this chapter you'll learn how to change the CSS styles using code.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21769420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Setting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1272" y="1368256"/>
            <a:ext cx="11516239" cy="946319"/>
          </a:xfrm>
        </p:spPr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b="1" dirty="0"/>
              <a:t>As we saw before you can easily change a style property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b="1" dirty="0"/>
              <a:t>JSON can shortcut style setting. Try this example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839023" y="2314575"/>
            <a:ext cx="6513954" cy="3647963"/>
          </a:xfrm>
          <a:prstGeom prst="rect">
            <a:avLst/>
          </a:prstGeom>
          <a:ln w="2540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lIns="132923" tIns="33231" rIns="0" bIns="33231" rtlCol="0">
            <a:spAutoFit/>
          </a:bodyPr>
          <a:lstStyle/>
          <a:p>
            <a:endParaRPr lang="en-GB" sz="1662" b="1" dirty="0">
              <a:latin typeface="Consolas"/>
            </a:endParaRPr>
          </a:p>
          <a:p>
            <a:r>
              <a:rPr lang="en-GB" sz="1662" b="1" dirty="0">
                <a:latin typeface="Consolas"/>
              </a:rPr>
              <a:t>var</a:t>
            </a:r>
            <a:r>
              <a:rPr lang="en-GB" sz="1662" b="1" dirty="0">
                <a:solidFill>
                  <a:srgbClr val="0000FF"/>
                </a:solidFill>
                <a:latin typeface="Consolas"/>
              </a:rPr>
              <a:t> </a:t>
            </a:r>
            <a:r>
              <a:rPr lang="en-GB" sz="1662" b="1" dirty="0" err="1">
                <a:solidFill>
                  <a:srgbClr val="0000FF"/>
                </a:solidFill>
                <a:latin typeface="Consolas"/>
              </a:rPr>
              <a:t>myStyle</a:t>
            </a:r>
            <a:r>
              <a:rPr lang="en-GB" sz="1662" b="1" dirty="0">
                <a:solidFill>
                  <a:srgbClr val="0000FF"/>
                </a:solidFill>
                <a:latin typeface="Consolas"/>
              </a:rPr>
              <a:t> = </a:t>
            </a:r>
            <a:r>
              <a:rPr lang="en-GB" sz="1662" b="1" dirty="0">
                <a:latin typeface="Consolas"/>
              </a:rPr>
              <a:t>{</a:t>
            </a:r>
            <a:r>
              <a:rPr lang="en-GB" sz="1662" b="1" dirty="0">
                <a:solidFill>
                  <a:srgbClr val="0000FF"/>
                </a:solidFill>
                <a:latin typeface="Consolas"/>
              </a:rPr>
              <a:t> </a:t>
            </a:r>
          </a:p>
          <a:p>
            <a:endParaRPr lang="en-GB" sz="1662" b="1" dirty="0">
              <a:solidFill>
                <a:srgbClr val="0000FF"/>
              </a:solidFill>
              <a:latin typeface="Consolas"/>
            </a:endParaRPr>
          </a:p>
          <a:p>
            <a:r>
              <a:rPr lang="en-GB" sz="1662" b="1" dirty="0">
                <a:solidFill>
                  <a:srgbClr val="0000FF"/>
                </a:solidFill>
                <a:latin typeface="Consolas"/>
              </a:rPr>
              <a:t>    </a:t>
            </a:r>
            <a:r>
              <a:rPr lang="en-GB" sz="1662" b="1" dirty="0">
                <a:solidFill>
                  <a:srgbClr val="800000"/>
                </a:solidFill>
                <a:latin typeface="Consolas"/>
              </a:rPr>
              <a:t>color: </a:t>
            </a:r>
            <a:r>
              <a:rPr lang="en-GB" sz="1662" b="1" dirty="0">
                <a:latin typeface="Consolas"/>
              </a:rPr>
              <a:t>'Red'</a:t>
            </a:r>
            <a:r>
              <a:rPr lang="en-GB" sz="1662" b="1" dirty="0">
                <a:solidFill>
                  <a:srgbClr val="800000"/>
                </a:solidFill>
                <a:latin typeface="Consolas"/>
              </a:rPr>
              <a:t>, </a:t>
            </a:r>
          </a:p>
          <a:p>
            <a:r>
              <a:rPr lang="en-GB" sz="1662" b="1" dirty="0">
                <a:solidFill>
                  <a:srgbClr val="800000"/>
                </a:solidFill>
                <a:latin typeface="Consolas"/>
              </a:rPr>
              <a:t>    'font-size': </a:t>
            </a:r>
            <a:r>
              <a:rPr lang="en-GB" sz="1662" b="1" dirty="0">
                <a:latin typeface="Consolas"/>
              </a:rPr>
              <a:t>'14pt'</a:t>
            </a:r>
            <a:r>
              <a:rPr lang="en-GB" sz="1662" b="1" dirty="0">
                <a:solidFill>
                  <a:srgbClr val="800000"/>
                </a:solidFill>
                <a:latin typeface="Consolas"/>
              </a:rPr>
              <a:t>,</a:t>
            </a:r>
          </a:p>
          <a:p>
            <a:r>
              <a:rPr lang="en-GB" sz="1662" b="1" dirty="0">
                <a:solidFill>
                  <a:srgbClr val="800000"/>
                </a:solidFill>
                <a:latin typeface="Consolas"/>
              </a:rPr>
              <a:t>    position: </a:t>
            </a:r>
            <a:r>
              <a:rPr lang="en-GB" sz="1662" b="1" dirty="0">
                <a:latin typeface="Consolas"/>
              </a:rPr>
              <a:t>'absolute'</a:t>
            </a:r>
            <a:r>
              <a:rPr lang="en-GB" sz="1662" b="1" dirty="0">
                <a:solidFill>
                  <a:srgbClr val="800000"/>
                </a:solidFill>
                <a:latin typeface="Consolas"/>
              </a:rPr>
              <a:t>,</a:t>
            </a:r>
          </a:p>
          <a:p>
            <a:r>
              <a:rPr lang="en-GB" sz="1662" b="1" dirty="0">
                <a:solidFill>
                  <a:srgbClr val="800000"/>
                </a:solidFill>
                <a:latin typeface="Consolas"/>
              </a:rPr>
              <a:t>    left: </a:t>
            </a:r>
            <a:r>
              <a:rPr lang="en-GB" sz="1600" b="1" dirty="0">
                <a:latin typeface="Consolas"/>
              </a:rPr>
              <a:t>'100px</a:t>
            </a:r>
            <a:r>
              <a:rPr lang="en-GB" sz="1662" b="1" dirty="0">
                <a:latin typeface="Consolas"/>
              </a:rPr>
              <a:t>'</a:t>
            </a:r>
            <a:r>
              <a:rPr lang="en-GB" sz="1662" b="1" dirty="0">
                <a:solidFill>
                  <a:srgbClr val="800000"/>
                </a:solidFill>
                <a:latin typeface="Consolas"/>
              </a:rPr>
              <a:t>, </a:t>
            </a:r>
          </a:p>
          <a:p>
            <a:r>
              <a:rPr lang="en-GB" sz="1662" b="1" dirty="0">
                <a:solidFill>
                  <a:srgbClr val="800000"/>
                </a:solidFill>
                <a:latin typeface="Consolas"/>
              </a:rPr>
              <a:t>    top: </a:t>
            </a:r>
            <a:r>
              <a:rPr lang="en-GB" sz="1662" b="1" dirty="0">
                <a:latin typeface="Consolas"/>
              </a:rPr>
              <a:t>'100px'</a:t>
            </a:r>
            <a:r>
              <a:rPr lang="en-GB" sz="1662" b="1" dirty="0">
                <a:solidFill>
                  <a:srgbClr val="800000"/>
                </a:solidFill>
                <a:latin typeface="Consolas"/>
              </a:rPr>
              <a:t>,</a:t>
            </a:r>
          </a:p>
          <a:p>
            <a:r>
              <a:rPr lang="en-GB" sz="1662" b="1" dirty="0">
                <a:solidFill>
                  <a:srgbClr val="800000"/>
                </a:solidFill>
                <a:latin typeface="Consolas"/>
              </a:rPr>
              <a:t>    'transform': </a:t>
            </a:r>
            <a:r>
              <a:rPr lang="en-GB" sz="1662" b="1" dirty="0">
                <a:latin typeface="Consolas"/>
              </a:rPr>
              <a:t>'rotate(30deg)'</a:t>
            </a:r>
          </a:p>
          <a:p>
            <a:endParaRPr lang="en-GB" sz="1662" b="1" dirty="0">
              <a:latin typeface="Consolas"/>
            </a:endParaRPr>
          </a:p>
          <a:p>
            <a:r>
              <a:rPr lang="en-GB" sz="1662" b="1" dirty="0">
                <a:latin typeface="Consolas"/>
              </a:rPr>
              <a:t>};</a:t>
            </a:r>
          </a:p>
          <a:p>
            <a:endParaRPr lang="en-GB" sz="1662" b="1" dirty="0">
              <a:solidFill>
                <a:srgbClr val="800000"/>
              </a:solidFill>
              <a:latin typeface="Consolas"/>
            </a:endParaRPr>
          </a:p>
          <a:p>
            <a:r>
              <a:rPr lang="en-GB" sz="1662" b="1" dirty="0">
                <a:latin typeface="Consolas"/>
              </a:rPr>
              <a:t>$("#div1").</a:t>
            </a:r>
            <a:r>
              <a:rPr lang="en-GB" sz="1662" b="1" dirty="0" err="1">
                <a:solidFill>
                  <a:srgbClr val="0000FF"/>
                </a:solidFill>
                <a:latin typeface="Consolas"/>
              </a:rPr>
              <a:t>css</a:t>
            </a:r>
            <a:r>
              <a:rPr lang="en-GB" sz="1662" b="1" dirty="0">
                <a:solidFill>
                  <a:srgbClr val="0000FF"/>
                </a:solidFill>
                <a:latin typeface="Consolas"/>
              </a:rPr>
              <a:t>(</a:t>
            </a:r>
            <a:r>
              <a:rPr lang="en-GB" sz="1662" b="1" dirty="0" err="1">
                <a:solidFill>
                  <a:srgbClr val="0000FF"/>
                </a:solidFill>
                <a:latin typeface="Consolas"/>
              </a:rPr>
              <a:t>myStyle</a:t>
            </a:r>
            <a:r>
              <a:rPr lang="en-GB" sz="1662" b="1" dirty="0">
                <a:solidFill>
                  <a:srgbClr val="0000FF"/>
                </a:solidFill>
                <a:latin typeface="Consolas"/>
              </a:rPr>
              <a:t>);</a:t>
            </a:r>
          </a:p>
          <a:p>
            <a:endParaRPr lang="en-GB" sz="1662" b="1" dirty="0">
              <a:solidFill>
                <a:srgbClr val="800000"/>
              </a:solidFill>
              <a:latin typeface="Consolas"/>
            </a:endParaRPr>
          </a:p>
        </p:txBody>
      </p:sp>
    </p:spTree>
    <p:extLst>
      <p:ext uri="{BB962C8B-B14F-4D97-AF65-F5344CB8AC3E}">
        <p14:creationId xmlns:p14="http://schemas.microsoft.com/office/powerpoint/2010/main" val="21857284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Adding class using the </a:t>
            </a:r>
            <a:r>
              <a:rPr lang="en-GB" dirty="0" err="1"/>
              <a:t>addClass</a:t>
            </a:r>
            <a:r>
              <a:rPr lang="en-GB" dirty="0"/>
              <a:t>( ) method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1272" y="1368256"/>
            <a:ext cx="11516239" cy="546269"/>
          </a:xfrm>
        </p:spPr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b="1" dirty="0"/>
              <a:t>Apply CSS classes dynamically using code:</a:t>
            </a:r>
          </a:p>
        </p:txBody>
      </p:sp>
      <p:sp>
        <p:nvSpPr>
          <p:cNvPr id="5" name="Rectangle 4"/>
          <p:cNvSpPr/>
          <p:nvPr/>
        </p:nvSpPr>
        <p:spPr>
          <a:xfrm>
            <a:off x="2774141" y="1917174"/>
            <a:ext cx="6643718" cy="3785652"/>
          </a:xfrm>
          <a:prstGeom prst="rect">
            <a:avLst/>
          </a:prstGeom>
          <a:ln w="2540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GB" sz="16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&lt;</a:t>
            </a:r>
            <a:r>
              <a:rPr lang="en-GB" sz="1600" dirty="0">
                <a:solidFill>
                  <a:srgbClr val="8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style</a:t>
            </a:r>
            <a:r>
              <a:rPr lang="en-GB" sz="16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&gt;</a:t>
            </a:r>
            <a:endParaRPr lang="en-GB" sz="16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GB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</a:t>
            </a:r>
            <a:r>
              <a:rPr lang="en-GB" sz="1600" dirty="0">
                <a:solidFill>
                  <a:srgbClr val="8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.transform30</a:t>
            </a:r>
            <a:r>
              <a:rPr lang="en-GB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{</a:t>
            </a:r>
          </a:p>
          <a:p>
            <a:r>
              <a:rPr lang="en-GB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</a:t>
            </a:r>
            <a:r>
              <a:rPr lang="en-GB" sz="1600" dirty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position</a:t>
            </a:r>
            <a:r>
              <a:rPr lang="en-GB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: </a:t>
            </a:r>
            <a:r>
              <a:rPr lang="en-GB" sz="16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absolute</a:t>
            </a:r>
            <a:r>
              <a:rPr lang="en-GB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</a:t>
            </a:r>
          </a:p>
          <a:p>
            <a:r>
              <a:rPr lang="en-GB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</a:t>
            </a:r>
            <a:r>
              <a:rPr lang="en-GB" sz="1600" dirty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left</a:t>
            </a:r>
            <a:r>
              <a:rPr lang="en-GB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: </a:t>
            </a:r>
            <a:r>
              <a:rPr lang="en-GB" sz="16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100px</a:t>
            </a:r>
            <a:r>
              <a:rPr lang="en-GB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</a:t>
            </a:r>
          </a:p>
          <a:p>
            <a:r>
              <a:rPr lang="en-GB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</a:t>
            </a:r>
            <a:r>
              <a:rPr lang="en-GB" sz="1600" dirty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top</a:t>
            </a:r>
            <a:r>
              <a:rPr lang="en-GB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: </a:t>
            </a:r>
            <a:r>
              <a:rPr lang="en-GB" sz="16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100px</a:t>
            </a:r>
            <a:r>
              <a:rPr lang="en-GB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</a:t>
            </a:r>
          </a:p>
          <a:p>
            <a:r>
              <a:rPr lang="en-GB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</a:t>
            </a:r>
            <a:r>
              <a:rPr lang="en-GB" sz="1600" dirty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transform</a:t>
            </a:r>
            <a:r>
              <a:rPr lang="en-GB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: </a:t>
            </a:r>
            <a:r>
              <a:rPr lang="en-GB" sz="16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rotate(30deg)</a:t>
            </a:r>
            <a:r>
              <a:rPr lang="en-GB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</a:t>
            </a:r>
          </a:p>
          <a:p>
            <a:r>
              <a:rPr lang="en-GB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}</a:t>
            </a:r>
          </a:p>
          <a:p>
            <a:r>
              <a:rPr lang="en-GB" sz="16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&lt;/</a:t>
            </a:r>
            <a:r>
              <a:rPr lang="en-GB" sz="1600" dirty="0">
                <a:solidFill>
                  <a:srgbClr val="8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style</a:t>
            </a:r>
            <a:r>
              <a:rPr lang="en-GB" sz="16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&gt;</a:t>
            </a:r>
            <a:endParaRPr lang="en-GB" sz="16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GB" sz="16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&lt;/</a:t>
            </a:r>
            <a:r>
              <a:rPr lang="en-GB" sz="1600" dirty="0">
                <a:solidFill>
                  <a:srgbClr val="8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head</a:t>
            </a:r>
            <a:r>
              <a:rPr lang="en-GB" sz="16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&gt;</a:t>
            </a:r>
            <a:endParaRPr lang="en-GB" sz="16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GB" sz="16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&lt;</a:t>
            </a:r>
            <a:r>
              <a:rPr lang="en-GB" sz="1600" dirty="0">
                <a:solidFill>
                  <a:srgbClr val="8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body</a:t>
            </a:r>
            <a:r>
              <a:rPr lang="en-GB" sz="16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&gt;</a:t>
            </a:r>
            <a:endParaRPr lang="en-GB" sz="16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GB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</a:t>
            </a:r>
            <a:r>
              <a:rPr lang="en-GB" sz="16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&lt;</a:t>
            </a:r>
            <a:r>
              <a:rPr lang="en-GB" sz="1600" dirty="0">
                <a:solidFill>
                  <a:srgbClr val="8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div</a:t>
            </a:r>
            <a:r>
              <a:rPr lang="en-GB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GB" sz="1600" dirty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id</a:t>
            </a:r>
            <a:r>
              <a:rPr lang="en-GB" sz="16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="</a:t>
            </a:r>
            <a:r>
              <a:rPr lang="en-GB" sz="1600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divQA</a:t>
            </a:r>
            <a:r>
              <a:rPr lang="en-GB" sz="16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"&gt;</a:t>
            </a:r>
            <a:r>
              <a:rPr lang="en-GB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Welcome to QA</a:t>
            </a:r>
            <a:r>
              <a:rPr lang="en-GB" sz="16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&lt;/</a:t>
            </a:r>
            <a:r>
              <a:rPr lang="en-GB" sz="1600" dirty="0">
                <a:solidFill>
                  <a:srgbClr val="8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div</a:t>
            </a:r>
            <a:r>
              <a:rPr lang="en-GB" sz="16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&gt;</a:t>
            </a:r>
            <a:endParaRPr lang="en-GB" sz="16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GB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</a:t>
            </a:r>
            <a:r>
              <a:rPr lang="en-GB" sz="16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&lt;</a:t>
            </a:r>
            <a:r>
              <a:rPr lang="en-GB" sz="1600" dirty="0">
                <a:solidFill>
                  <a:srgbClr val="8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script</a:t>
            </a:r>
            <a:r>
              <a:rPr lang="en-GB" sz="16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&gt;</a:t>
            </a:r>
            <a:endParaRPr lang="en-GB" sz="16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GB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$(</a:t>
            </a:r>
            <a:r>
              <a:rPr lang="en-GB" sz="16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'#</a:t>
            </a:r>
            <a:r>
              <a:rPr lang="en-GB" sz="1600" dirty="0" err="1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divQA</a:t>
            </a:r>
            <a:r>
              <a:rPr lang="en-GB" sz="16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'</a:t>
            </a:r>
            <a:r>
              <a:rPr lang="en-GB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).</a:t>
            </a:r>
            <a:r>
              <a:rPr lang="en-GB" sz="16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addClass</a:t>
            </a:r>
            <a:r>
              <a:rPr lang="en-GB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GB" sz="16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'transform30'</a:t>
            </a:r>
            <a:r>
              <a:rPr lang="en-GB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);</a:t>
            </a:r>
          </a:p>
          <a:p>
            <a:r>
              <a:rPr lang="en-GB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</a:t>
            </a:r>
            <a:r>
              <a:rPr lang="en-GB" sz="16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&lt;/</a:t>
            </a:r>
            <a:r>
              <a:rPr lang="en-GB" sz="1600" dirty="0">
                <a:solidFill>
                  <a:srgbClr val="8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script</a:t>
            </a:r>
            <a:r>
              <a:rPr lang="en-GB" sz="16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&gt;</a:t>
            </a:r>
            <a:endParaRPr lang="en-GB" sz="16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GB" sz="16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&lt;/</a:t>
            </a:r>
            <a:r>
              <a:rPr lang="en-GB" sz="1600" dirty="0">
                <a:solidFill>
                  <a:srgbClr val="8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body</a:t>
            </a:r>
            <a:r>
              <a:rPr lang="en-GB" sz="16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&gt;</a:t>
            </a:r>
            <a:endParaRPr lang="en-GB" sz="16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769608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Removing a class - </a:t>
            </a:r>
            <a:r>
              <a:rPr lang="en-US" dirty="0" err="1"/>
              <a:t>removeClass</a:t>
            </a:r>
            <a:r>
              <a:rPr lang="en-GB" dirty="0"/>
              <a:t>( ) method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b="1" dirty="0"/>
              <a:t>Remove CSS classes using code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GB" b="1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GB" b="1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GB" b="1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GB" b="1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GB" b="1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b="1" dirty="0"/>
              <a:t>Testing for styles </a:t>
            </a:r>
            <a:r>
              <a:rPr lang="en-GB" sz="1800" dirty="0"/>
              <a:t>(see also </a:t>
            </a:r>
            <a:r>
              <a:rPr lang="en-GB" sz="1800" dirty="0" err="1"/>
              <a:t>toggleClass</a:t>
            </a:r>
            <a:r>
              <a:rPr lang="en-GB" sz="1800" dirty="0"/>
              <a:t>)</a:t>
            </a:r>
            <a:endParaRPr lang="en-GB" dirty="0"/>
          </a:p>
        </p:txBody>
      </p:sp>
      <p:sp>
        <p:nvSpPr>
          <p:cNvPr id="4" name="TextBox 3"/>
          <p:cNvSpPr txBox="1"/>
          <p:nvPr/>
        </p:nvSpPr>
        <p:spPr>
          <a:xfrm>
            <a:off x="2340506" y="2032165"/>
            <a:ext cx="5870044" cy="1090212"/>
          </a:xfrm>
          <a:prstGeom prst="rect">
            <a:avLst/>
          </a:prstGeom>
          <a:solidFill>
            <a:schemeClr val="accent5">
              <a:lumMod val="20000"/>
              <a:lumOff val="80000"/>
              <a:alpha val="11000"/>
            </a:schemeClr>
          </a:solidFill>
          <a:ln w="25400">
            <a:solidFill>
              <a:schemeClr val="tx1"/>
            </a:solidFill>
          </a:ln>
        </p:spPr>
        <p:txBody>
          <a:bodyPr wrap="square" lIns="132923" tIns="33231" rIns="0" bIns="33231" rtlCol="0">
            <a:spAutoFit/>
          </a:bodyPr>
          <a:lstStyle/>
          <a:p>
            <a:endParaRPr lang="en-GB" sz="1662" b="1" dirty="0">
              <a:latin typeface="Consolas"/>
            </a:endParaRPr>
          </a:p>
          <a:p>
            <a:r>
              <a:rPr lang="en-GB" sz="1662" b="1" dirty="0">
                <a:latin typeface="Consolas"/>
              </a:rPr>
              <a:t>$("#div1")</a:t>
            </a:r>
            <a:r>
              <a:rPr lang="en-GB" sz="1662" b="1" dirty="0">
                <a:solidFill>
                  <a:srgbClr val="800000"/>
                </a:solidFill>
                <a:latin typeface="Consolas"/>
              </a:rPr>
              <a:t>.</a:t>
            </a:r>
            <a:r>
              <a:rPr lang="en-GB" sz="1662" b="1" dirty="0" err="1">
                <a:solidFill>
                  <a:srgbClr val="800000"/>
                </a:solidFill>
                <a:latin typeface="Consolas"/>
              </a:rPr>
              <a:t>removeClass</a:t>
            </a:r>
            <a:r>
              <a:rPr lang="en-GB" sz="1662" b="1" dirty="0">
                <a:latin typeface="Consolas"/>
              </a:rPr>
              <a:t>(</a:t>
            </a:r>
            <a:r>
              <a:rPr lang="en-GB" sz="1662" b="1" dirty="0">
                <a:solidFill>
                  <a:srgbClr val="800000"/>
                </a:solidFill>
                <a:latin typeface="Consolas"/>
              </a:rPr>
              <a:t>'transform30'</a:t>
            </a:r>
            <a:r>
              <a:rPr lang="en-GB" sz="1662" b="1" dirty="0">
                <a:latin typeface="Consolas"/>
              </a:rPr>
              <a:t>);</a:t>
            </a:r>
          </a:p>
          <a:p>
            <a:r>
              <a:rPr lang="en-GB" sz="1662" b="1" dirty="0">
                <a:latin typeface="Consolas"/>
              </a:rPr>
              <a:t>$("div")</a:t>
            </a:r>
            <a:r>
              <a:rPr lang="en-GB" sz="1662" b="1" dirty="0">
                <a:solidFill>
                  <a:srgbClr val="800000"/>
                </a:solidFill>
                <a:latin typeface="Consolas"/>
              </a:rPr>
              <a:t>.</a:t>
            </a:r>
            <a:r>
              <a:rPr lang="en-GB" sz="1662" b="1" dirty="0" err="1">
                <a:solidFill>
                  <a:srgbClr val="800000"/>
                </a:solidFill>
                <a:latin typeface="Consolas"/>
              </a:rPr>
              <a:t>removeClass</a:t>
            </a:r>
            <a:r>
              <a:rPr lang="en-GB" sz="1662" b="1" dirty="0">
                <a:solidFill>
                  <a:srgbClr val="800000"/>
                </a:solidFill>
                <a:latin typeface="Consolas"/>
              </a:rPr>
              <a:t>('indented');</a:t>
            </a:r>
          </a:p>
          <a:p>
            <a:endParaRPr lang="en-GB" sz="1662" b="1" dirty="0">
              <a:solidFill>
                <a:srgbClr val="800000"/>
              </a:solidFill>
              <a:latin typeface="Consolas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2340506" y="4280729"/>
            <a:ext cx="5870044" cy="1601762"/>
          </a:xfrm>
          <a:prstGeom prst="rect">
            <a:avLst/>
          </a:prstGeom>
          <a:solidFill>
            <a:schemeClr val="accent5">
              <a:lumMod val="20000"/>
              <a:lumOff val="80000"/>
              <a:alpha val="11000"/>
            </a:schemeClr>
          </a:solidFill>
          <a:ln w="25400">
            <a:solidFill>
              <a:schemeClr val="tx1"/>
            </a:solidFill>
          </a:ln>
        </p:spPr>
        <p:txBody>
          <a:bodyPr wrap="square" lIns="132923" tIns="33231" rIns="0" bIns="33231" rtlCol="0">
            <a:spAutoFit/>
          </a:bodyPr>
          <a:lstStyle/>
          <a:p>
            <a:endParaRPr lang="en-GB" sz="1662" b="1" dirty="0">
              <a:latin typeface="Consolas"/>
            </a:endParaRPr>
          </a:p>
          <a:p>
            <a:r>
              <a:rPr lang="en-GB" sz="1662" b="1" dirty="0">
                <a:solidFill>
                  <a:srgbClr val="0000FF"/>
                </a:solidFill>
                <a:latin typeface="Consolas"/>
              </a:rPr>
              <a:t>if (  </a:t>
            </a:r>
            <a:r>
              <a:rPr lang="en-GB" sz="1662" b="1" dirty="0">
                <a:latin typeface="Consolas"/>
              </a:rPr>
              <a:t>$('#div1')</a:t>
            </a:r>
            <a:r>
              <a:rPr lang="en-GB" sz="1662" b="1" dirty="0">
                <a:solidFill>
                  <a:srgbClr val="800000"/>
                </a:solidFill>
                <a:latin typeface="Consolas"/>
              </a:rPr>
              <a:t>.</a:t>
            </a:r>
            <a:r>
              <a:rPr lang="en-GB" sz="1662" b="1" dirty="0" err="1">
                <a:solidFill>
                  <a:srgbClr val="800000"/>
                </a:solidFill>
                <a:latin typeface="Consolas"/>
              </a:rPr>
              <a:t>hasClass</a:t>
            </a:r>
            <a:r>
              <a:rPr lang="en-GB" sz="1662" b="1" dirty="0">
                <a:solidFill>
                  <a:srgbClr val="800000"/>
                </a:solidFill>
                <a:latin typeface="Consolas"/>
              </a:rPr>
              <a:t>('transform30') </a:t>
            </a:r>
            <a:r>
              <a:rPr lang="en-GB" sz="1662" b="1" dirty="0">
                <a:solidFill>
                  <a:srgbClr val="0070C0"/>
                </a:solidFill>
                <a:latin typeface="Consolas"/>
              </a:rPr>
              <a:t>)</a:t>
            </a:r>
            <a:r>
              <a:rPr lang="en-GB" sz="1662" b="1" dirty="0">
                <a:solidFill>
                  <a:srgbClr val="800000"/>
                </a:solidFill>
                <a:latin typeface="Consolas"/>
              </a:rPr>
              <a:t> </a:t>
            </a:r>
          </a:p>
          <a:p>
            <a:r>
              <a:rPr lang="en-GB" sz="1662" b="1" dirty="0">
                <a:solidFill>
                  <a:srgbClr val="0000FF"/>
                </a:solidFill>
                <a:latin typeface="Consolas"/>
              </a:rPr>
              <a:t>{</a:t>
            </a:r>
            <a:r>
              <a:rPr lang="en-GB" sz="1662" b="1" dirty="0">
                <a:solidFill>
                  <a:srgbClr val="800000"/>
                </a:solidFill>
                <a:latin typeface="Consolas"/>
              </a:rPr>
              <a:t> </a:t>
            </a:r>
          </a:p>
          <a:p>
            <a:r>
              <a:rPr lang="en-GB" sz="1662" b="1" dirty="0">
                <a:solidFill>
                  <a:srgbClr val="800000"/>
                </a:solidFill>
                <a:latin typeface="Consolas"/>
              </a:rPr>
              <a:t>      </a:t>
            </a:r>
            <a:r>
              <a:rPr lang="en-GB" sz="1662" b="1" dirty="0">
                <a:latin typeface="Consolas"/>
              </a:rPr>
              <a:t>$('#div1')</a:t>
            </a:r>
            <a:r>
              <a:rPr lang="en-GB" sz="1662" b="1" dirty="0">
                <a:solidFill>
                  <a:srgbClr val="800000"/>
                </a:solidFill>
                <a:latin typeface="Consolas"/>
              </a:rPr>
              <a:t>.</a:t>
            </a:r>
            <a:r>
              <a:rPr lang="en-GB" sz="1662" b="1" dirty="0" err="1">
                <a:solidFill>
                  <a:srgbClr val="800000"/>
                </a:solidFill>
                <a:latin typeface="Consolas"/>
              </a:rPr>
              <a:t>removeClass</a:t>
            </a:r>
            <a:r>
              <a:rPr lang="en-GB" sz="1662" b="1" dirty="0">
                <a:solidFill>
                  <a:srgbClr val="800000"/>
                </a:solidFill>
                <a:latin typeface="Consolas"/>
              </a:rPr>
              <a:t>('transform30');</a:t>
            </a:r>
          </a:p>
          <a:p>
            <a:r>
              <a:rPr lang="en-GB" sz="1662" b="1" dirty="0">
                <a:solidFill>
                  <a:srgbClr val="0000FF"/>
                </a:solidFill>
                <a:latin typeface="Consolas"/>
              </a:rPr>
              <a:t>}</a:t>
            </a:r>
          </a:p>
          <a:p>
            <a:endParaRPr lang="en-GB" sz="1662" b="1" dirty="0">
              <a:solidFill>
                <a:srgbClr val="800000"/>
              </a:solidFill>
              <a:latin typeface="Consolas"/>
            </a:endParaRPr>
          </a:p>
        </p:txBody>
      </p:sp>
    </p:spTree>
    <p:extLst>
      <p:ext uri="{BB962C8B-B14F-4D97-AF65-F5344CB8AC3E}">
        <p14:creationId xmlns:p14="http://schemas.microsoft.com/office/powerpoint/2010/main" val="157534949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EF892D59-8F09-EF4B-AD6D-DA609442F868}" type="slidenum">
              <a:rPr lang="en-GB" smtClean="0"/>
              <a:pPr/>
              <a:t>7</a:t>
            </a:fld>
            <a:endParaRPr lang="en-GB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/>
              <a:t>ToggleClass</a:t>
            </a:r>
            <a:endParaRPr lang="en-GB" dirty="0"/>
          </a:p>
        </p:txBody>
      </p:sp>
      <p:sp>
        <p:nvSpPr>
          <p:cNvPr id="6" name="Rectangle 5"/>
          <p:cNvSpPr/>
          <p:nvPr/>
        </p:nvSpPr>
        <p:spPr>
          <a:xfrm>
            <a:off x="339972" y="1582682"/>
            <a:ext cx="7183046" cy="452431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r>
              <a:rPr lang="en-GB" b="1" dirty="0">
                <a:solidFill>
                  <a:srgbClr val="0000FF"/>
                </a:solidFill>
                <a:latin typeface="Consolas"/>
              </a:rPr>
              <a:t>&lt;</a:t>
            </a:r>
            <a:r>
              <a:rPr lang="en-GB" b="1" dirty="0">
                <a:solidFill>
                  <a:srgbClr val="800000"/>
                </a:solidFill>
                <a:latin typeface="Consolas"/>
              </a:rPr>
              <a:t>script</a:t>
            </a:r>
            <a:r>
              <a:rPr lang="en-GB" b="1" dirty="0">
                <a:solidFill>
                  <a:srgbClr val="0000FF"/>
                </a:solidFill>
                <a:latin typeface="Consolas"/>
              </a:rPr>
              <a:t>&gt;</a:t>
            </a:r>
            <a:endParaRPr lang="en-GB" b="1" dirty="0">
              <a:solidFill>
                <a:srgbClr val="000000"/>
              </a:solidFill>
              <a:latin typeface="Consolas"/>
            </a:endParaRPr>
          </a:p>
          <a:p>
            <a:r>
              <a:rPr lang="en-GB" b="1" dirty="0">
                <a:solidFill>
                  <a:srgbClr val="000000"/>
                </a:solidFill>
                <a:latin typeface="Consolas"/>
              </a:rPr>
              <a:t>    </a:t>
            </a:r>
            <a:r>
              <a:rPr lang="en-GB" b="1" dirty="0">
                <a:solidFill>
                  <a:srgbClr val="0000FF"/>
                </a:solidFill>
                <a:latin typeface="Consolas"/>
              </a:rPr>
              <a:t>function</a:t>
            </a:r>
            <a:r>
              <a:rPr lang="en-GB" b="1" dirty="0">
                <a:solidFill>
                  <a:srgbClr val="000000"/>
                </a:solidFill>
                <a:latin typeface="Consolas"/>
              </a:rPr>
              <a:t> validate() {</a:t>
            </a:r>
          </a:p>
          <a:p>
            <a:r>
              <a:rPr lang="en-GB" b="1" dirty="0">
                <a:solidFill>
                  <a:srgbClr val="000000"/>
                </a:solidFill>
                <a:latin typeface="Consolas"/>
              </a:rPr>
              <a:t>        $(</a:t>
            </a:r>
            <a:r>
              <a:rPr lang="en-GB" b="1" dirty="0">
                <a:solidFill>
                  <a:srgbClr val="A31515"/>
                </a:solidFill>
                <a:latin typeface="Consolas"/>
              </a:rPr>
              <a:t>"#</a:t>
            </a:r>
            <a:r>
              <a:rPr lang="en-GB" b="1" dirty="0" err="1">
                <a:solidFill>
                  <a:srgbClr val="A31515"/>
                </a:solidFill>
                <a:latin typeface="Consolas"/>
              </a:rPr>
              <a:t>qa</a:t>
            </a:r>
            <a:r>
              <a:rPr lang="en-GB" b="1" dirty="0">
                <a:solidFill>
                  <a:srgbClr val="A31515"/>
                </a:solidFill>
                <a:latin typeface="Consolas"/>
              </a:rPr>
              <a:t>"</a:t>
            </a:r>
            <a:r>
              <a:rPr lang="en-GB" b="1" dirty="0">
                <a:solidFill>
                  <a:srgbClr val="000000"/>
                </a:solidFill>
                <a:latin typeface="Consolas"/>
              </a:rPr>
              <a:t>).</a:t>
            </a:r>
            <a:r>
              <a:rPr lang="en-GB" b="1" dirty="0" err="1">
                <a:solidFill>
                  <a:srgbClr val="000000"/>
                </a:solidFill>
                <a:latin typeface="Consolas"/>
              </a:rPr>
              <a:t>toggleClass</a:t>
            </a:r>
            <a:r>
              <a:rPr lang="en-GB" b="1" dirty="0">
                <a:solidFill>
                  <a:srgbClr val="000000"/>
                </a:solidFill>
                <a:latin typeface="Consolas"/>
              </a:rPr>
              <a:t>(</a:t>
            </a:r>
            <a:r>
              <a:rPr lang="en-GB" b="1" dirty="0">
                <a:solidFill>
                  <a:srgbClr val="A31515"/>
                </a:solidFill>
                <a:latin typeface="Consolas"/>
              </a:rPr>
              <a:t>"</a:t>
            </a:r>
            <a:r>
              <a:rPr lang="en-GB" b="1" dirty="0" err="1">
                <a:solidFill>
                  <a:srgbClr val="A31515"/>
                </a:solidFill>
                <a:latin typeface="Consolas"/>
              </a:rPr>
              <a:t>redBorder</a:t>
            </a:r>
            <a:r>
              <a:rPr lang="en-GB" b="1" dirty="0">
                <a:solidFill>
                  <a:srgbClr val="A31515"/>
                </a:solidFill>
                <a:latin typeface="Consolas"/>
              </a:rPr>
              <a:t>"</a:t>
            </a:r>
            <a:r>
              <a:rPr lang="en-GB" b="1" dirty="0">
                <a:solidFill>
                  <a:srgbClr val="000000"/>
                </a:solidFill>
                <a:latin typeface="Consolas"/>
              </a:rPr>
              <a:t>);</a:t>
            </a:r>
          </a:p>
          <a:p>
            <a:r>
              <a:rPr lang="en-GB" b="1" dirty="0">
                <a:solidFill>
                  <a:srgbClr val="000000"/>
                </a:solidFill>
                <a:latin typeface="Consolas"/>
              </a:rPr>
              <a:t>    }</a:t>
            </a:r>
          </a:p>
          <a:p>
            <a:r>
              <a:rPr lang="en-GB" b="1" dirty="0">
                <a:solidFill>
                  <a:srgbClr val="0000FF"/>
                </a:solidFill>
                <a:latin typeface="Consolas"/>
              </a:rPr>
              <a:t>&lt;/</a:t>
            </a:r>
            <a:r>
              <a:rPr lang="en-GB" b="1" dirty="0">
                <a:solidFill>
                  <a:srgbClr val="800000"/>
                </a:solidFill>
                <a:latin typeface="Consolas"/>
              </a:rPr>
              <a:t>script</a:t>
            </a:r>
            <a:r>
              <a:rPr lang="en-GB" b="1" dirty="0">
                <a:solidFill>
                  <a:srgbClr val="0000FF"/>
                </a:solidFill>
                <a:latin typeface="Consolas"/>
              </a:rPr>
              <a:t>&gt;</a:t>
            </a:r>
            <a:endParaRPr lang="en-GB" b="1" dirty="0">
              <a:solidFill>
                <a:srgbClr val="000000"/>
              </a:solidFill>
              <a:latin typeface="Consolas"/>
            </a:endParaRPr>
          </a:p>
          <a:p>
            <a:r>
              <a:rPr lang="en-GB" b="1" dirty="0">
                <a:solidFill>
                  <a:srgbClr val="0000FF"/>
                </a:solidFill>
                <a:latin typeface="Consolas"/>
              </a:rPr>
              <a:t>&lt;</a:t>
            </a:r>
            <a:r>
              <a:rPr lang="en-GB" b="1" dirty="0">
                <a:solidFill>
                  <a:srgbClr val="800000"/>
                </a:solidFill>
                <a:latin typeface="Consolas"/>
              </a:rPr>
              <a:t>style</a:t>
            </a:r>
            <a:r>
              <a:rPr lang="en-GB" b="1" dirty="0">
                <a:solidFill>
                  <a:srgbClr val="0000FF"/>
                </a:solidFill>
                <a:latin typeface="Consolas"/>
              </a:rPr>
              <a:t>&gt;</a:t>
            </a:r>
            <a:endParaRPr lang="en-GB" b="1" dirty="0">
              <a:solidFill>
                <a:srgbClr val="000000"/>
              </a:solidFill>
              <a:latin typeface="Consolas"/>
            </a:endParaRPr>
          </a:p>
          <a:p>
            <a:r>
              <a:rPr lang="en-GB" b="1" dirty="0">
                <a:solidFill>
                  <a:srgbClr val="000000"/>
                </a:solidFill>
                <a:latin typeface="Consolas"/>
              </a:rPr>
              <a:t>    </a:t>
            </a:r>
            <a:r>
              <a:rPr lang="en-GB" b="1" dirty="0">
                <a:solidFill>
                  <a:srgbClr val="800000"/>
                </a:solidFill>
                <a:latin typeface="Consolas"/>
              </a:rPr>
              <a:t>.</a:t>
            </a:r>
            <a:r>
              <a:rPr lang="en-GB" b="1" dirty="0" err="1">
                <a:solidFill>
                  <a:srgbClr val="800000"/>
                </a:solidFill>
                <a:latin typeface="Consolas"/>
              </a:rPr>
              <a:t>redBorder</a:t>
            </a:r>
            <a:r>
              <a:rPr lang="en-GB" b="1" dirty="0">
                <a:solidFill>
                  <a:srgbClr val="000000"/>
                </a:solidFill>
                <a:latin typeface="Consolas"/>
              </a:rPr>
              <a:t> {</a:t>
            </a:r>
          </a:p>
          <a:p>
            <a:r>
              <a:rPr lang="en-GB" b="1" dirty="0">
                <a:solidFill>
                  <a:srgbClr val="000000"/>
                </a:solidFill>
                <a:latin typeface="Consolas"/>
              </a:rPr>
              <a:t>        </a:t>
            </a:r>
            <a:r>
              <a:rPr lang="en-GB" b="1" dirty="0">
                <a:solidFill>
                  <a:srgbClr val="FF0000"/>
                </a:solidFill>
                <a:latin typeface="Consolas"/>
              </a:rPr>
              <a:t>border</a:t>
            </a:r>
            <a:r>
              <a:rPr lang="en-GB" b="1" dirty="0">
                <a:solidFill>
                  <a:srgbClr val="000000"/>
                </a:solidFill>
                <a:latin typeface="Consolas"/>
              </a:rPr>
              <a:t>:</a:t>
            </a:r>
            <a:r>
              <a:rPr lang="en-GB" b="1" dirty="0">
                <a:solidFill>
                  <a:srgbClr val="0000FF"/>
                </a:solidFill>
                <a:latin typeface="Consolas"/>
              </a:rPr>
              <a:t>1px</a:t>
            </a:r>
            <a:r>
              <a:rPr lang="en-GB" b="1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GB" b="1" dirty="0">
                <a:solidFill>
                  <a:srgbClr val="0000FF"/>
                </a:solidFill>
                <a:latin typeface="Consolas"/>
              </a:rPr>
              <a:t>dashed</a:t>
            </a:r>
            <a:r>
              <a:rPr lang="en-GB" b="1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GB" b="1" dirty="0">
                <a:solidFill>
                  <a:srgbClr val="0000FF"/>
                </a:solidFill>
                <a:latin typeface="Consolas"/>
              </a:rPr>
              <a:t>red</a:t>
            </a:r>
            <a:r>
              <a:rPr lang="en-GB" b="1" dirty="0">
                <a:solidFill>
                  <a:srgbClr val="000000"/>
                </a:solidFill>
                <a:latin typeface="Consolas"/>
              </a:rPr>
              <a:t>;</a:t>
            </a:r>
          </a:p>
          <a:p>
            <a:r>
              <a:rPr lang="en-GB" b="1" dirty="0">
                <a:solidFill>
                  <a:srgbClr val="000000"/>
                </a:solidFill>
                <a:latin typeface="Consolas"/>
              </a:rPr>
              <a:t>    }</a:t>
            </a:r>
          </a:p>
          <a:p>
            <a:r>
              <a:rPr lang="en-GB" b="1" dirty="0">
                <a:solidFill>
                  <a:srgbClr val="0000FF"/>
                </a:solidFill>
                <a:latin typeface="Consolas"/>
              </a:rPr>
              <a:t>&lt;/</a:t>
            </a:r>
            <a:r>
              <a:rPr lang="en-GB" b="1" dirty="0">
                <a:solidFill>
                  <a:srgbClr val="800000"/>
                </a:solidFill>
                <a:latin typeface="Consolas"/>
              </a:rPr>
              <a:t>style</a:t>
            </a:r>
            <a:r>
              <a:rPr lang="en-GB" b="1" dirty="0">
                <a:solidFill>
                  <a:srgbClr val="0000FF"/>
                </a:solidFill>
                <a:latin typeface="Consolas"/>
              </a:rPr>
              <a:t>&gt;</a:t>
            </a:r>
            <a:endParaRPr lang="en-GB" b="1" dirty="0">
              <a:solidFill>
                <a:srgbClr val="000000"/>
              </a:solidFill>
              <a:latin typeface="Consolas"/>
            </a:endParaRPr>
          </a:p>
          <a:p>
            <a:r>
              <a:rPr lang="en-GB" b="1" dirty="0">
                <a:solidFill>
                  <a:srgbClr val="0000FF"/>
                </a:solidFill>
                <a:latin typeface="Consolas"/>
              </a:rPr>
              <a:t>&lt;/</a:t>
            </a:r>
            <a:r>
              <a:rPr lang="en-GB" b="1" dirty="0">
                <a:solidFill>
                  <a:srgbClr val="800000"/>
                </a:solidFill>
                <a:latin typeface="Consolas"/>
              </a:rPr>
              <a:t>head</a:t>
            </a:r>
            <a:r>
              <a:rPr lang="en-GB" b="1" dirty="0">
                <a:solidFill>
                  <a:srgbClr val="0000FF"/>
                </a:solidFill>
                <a:latin typeface="Consolas"/>
              </a:rPr>
              <a:t>&gt;</a:t>
            </a:r>
            <a:endParaRPr lang="en-GB" b="1" dirty="0">
              <a:solidFill>
                <a:srgbClr val="000000"/>
              </a:solidFill>
              <a:latin typeface="Consolas"/>
            </a:endParaRPr>
          </a:p>
          <a:p>
            <a:r>
              <a:rPr lang="en-GB" b="1" dirty="0">
                <a:solidFill>
                  <a:srgbClr val="0000FF"/>
                </a:solidFill>
                <a:latin typeface="Consolas"/>
              </a:rPr>
              <a:t>&lt;</a:t>
            </a:r>
            <a:r>
              <a:rPr lang="en-GB" b="1" dirty="0">
                <a:solidFill>
                  <a:srgbClr val="800000"/>
                </a:solidFill>
                <a:latin typeface="Consolas"/>
              </a:rPr>
              <a:t>body</a:t>
            </a:r>
            <a:r>
              <a:rPr lang="en-GB" b="1" dirty="0">
                <a:solidFill>
                  <a:srgbClr val="0000FF"/>
                </a:solidFill>
                <a:latin typeface="Consolas"/>
              </a:rPr>
              <a:t>&gt;</a:t>
            </a:r>
            <a:endParaRPr lang="en-GB" b="1" dirty="0">
              <a:solidFill>
                <a:srgbClr val="000000"/>
              </a:solidFill>
              <a:latin typeface="Consolas"/>
            </a:endParaRPr>
          </a:p>
          <a:p>
            <a:r>
              <a:rPr lang="en-GB" b="1" dirty="0">
                <a:solidFill>
                  <a:srgbClr val="000000"/>
                </a:solidFill>
                <a:latin typeface="Consolas"/>
              </a:rPr>
              <a:t>    </a:t>
            </a:r>
            <a:r>
              <a:rPr lang="en-GB" b="1" dirty="0">
                <a:solidFill>
                  <a:srgbClr val="0000FF"/>
                </a:solidFill>
                <a:latin typeface="Consolas"/>
              </a:rPr>
              <a:t>&lt;</a:t>
            </a:r>
            <a:r>
              <a:rPr lang="en-GB" b="1" dirty="0">
                <a:solidFill>
                  <a:srgbClr val="800000"/>
                </a:solidFill>
                <a:latin typeface="Consolas"/>
              </a:rPr>
              <a:t>div</a:t>
            </a:r>
            <a:r>
              <a:rPr lang="en-GB" b="1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GB" b="1" dirty="0">
                <a:solidFill>
                  <a:srgbClr val="FF0000"/>
                </a:solidFill>
                <a:latin typeface="Consolas"/>
              </a:rPr>
              <a:t>id</a:t>
            </a:r>
            <a:r>
              <a:rPr lang="en-GB" b="1" dirty="0">
                <a:solidFill>
                  <a:srgbClr val="0000FF"/>
                </a:solidFill>
                <a:latin typeface="Consolas"/>
              </a:rPr>
              <a:t>="</a:t>
            </a:r>
            <a:r>
              <a:rPr lang="en-GB" b="1" dirty="0" err="1">
                <a:solidFill>
                  <a:srgbClr val="0000FF"/>
                </a:solidFill>
                <a:latin typeface="Consolas"/>
              </a:rPr>
              <a:t>qa</a:t>
            </a:r>
            <a:r>
              <a:rPr lang="en-GB" b="1" dirty="0">
                <a:solidFill>
                  <a:srgbClr val="0000FF"/>
                </a:solidFill>
                <a:latin typeface="Consolas"/>
              </a:rPr>
              <a:t>"&gt;</a:t>
            </a:r>
            <a:r>
              <a:rPr lang="en-GB" b="1" dirty="0">
                <a:solidFill>
                  <a:srgbClr val="000000"/>
                </a:solidFill>
                <a:latin typeface="Consolas"/>
              </a:rPr>
              <a:t>QA Training Ltd.</a:t>
            </a:r>
            <a:r>
              <a:rPr lang="en-GB" b="1" dirty="0">
                <a:solidFill>
                  <a:srgbClr val="0000FF"/>
                </a:solidFill>
                <a:latin typeface="Consolas"/>
              </a:rPr>
              <a:t>&lt;/</a:t>
            </a:r>
            <a:r>
              <a:rPr lang="en-GB" b="1" dirty="0">
                <a:solidFill>
                  <a:srgbClr val="800000"/>
                </a:solidFill>
                <a:latin typeface="Consolas"/>
              </a:rPr>
              <a:t>div</a:t>
            </a:r>
            <a:r>
              <a:rPr lang="en-GB" b="1" dirty="0">
                <a:solidFill>
                  <a:srgbClr val="0000FF"/>
                </a:solidFill>
                <a:latin typeface="Consolas"/>
              </a:rPr>
              <a:t>&gt;</a:t>
            </a:r>
            <a:endParaRPr lang="en-GB" b="1" dirty="0">
              <a:solidFill>
                <a:srgbClr val="000000"/>
              </a:solidFill>
              <a:latin typeface="Consolas"/>
            </a:endParaRPr>
          </a:p>
          <a:p>
            <a:r>
              <a:rPr lang="en-GB" b="1" dirty="0">
                <a:solidFill>
                  <a:srgbClr val="000000"/>
                </a:solidFill>
                <a:latin typeface="Consolas"/>
              </a:rPr>
              <a:t>    </a:t>
            </a:r>
            <a:r>
              <a:rPr lang="en-GB" b="1" dirty="0">
                <a:solidFill>
                  <a:srgbClr val="0000FF"/>
                </a:solidFill>
                <a:latin typeface="Consolas"/>
              </a:rPr>
              <a:t>&lt;</a:t>
            </a:r>
            <a:r>
              <a:rPr lang="en-GB" b="1" dirty="0">
                <a:solidFill>
                  <a:srgbClr val="800000"/>
                </a:solidFill>
                <a:latin typeface="Consolas"/>
              </a:rPr>
              <a:t>button</a:t>
            </a:r>
            <a:r>
              <a:rPr lang="en-GB" b="1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GB" b="1" dirty="0" err="1">
                <a:solidFill>
                  <a:srgbClr val="FF0000"/>
                </a:solidFill>
                <a:latin typeface="Consolas"/>
              </a:rPr>
              <a:t>onclick</a:t>
            </a:r>
            <a:r>
              <a:rPr lang="en-GB" b="1" dirty="0">
                <a:solidFill>
                  <a:srgbClr val="0000FF"/>
                </a:solidFill>
                <a:latin typeface="Consolas"/>
              </a:rPr>
              <a:t>="</a:t>
            </a:r>
            <a:r>
              <a:rPr lang="en-GB" b="1" dirty="0">
                <a:solidFill>
                  <a:srgbClr val="000000"/>
                </a:solidFill>
                <a:latin typeface="Consolas"/>
              </a:rPr>
              <a:t>validate()</a:t>
            </a:r>
            <a:r>
              <a:rPr lang="en-GB" b="1" dirty="0">
                <a:solidFill>
                  <a:srgbClr val="0000FF"/>
                </a:solidFill>
                <a:latin typeface="Consolas"/>
              </a:rPr>
              <a:t>"&gt;</a:t>
            </a:r>
            <a:r>
              <a:rPr lang="en-GB" b="1" dirty="0">
                <a:solidFill>
                  <a:srgbClr val="000000"/>
                </a:solidFill>
                <a:latin typeface="Consolas"/>
              </a:rPr>
              <a:t>validate</a:t>
            </a:r>
            <a:r>
              <a:rPr lang="en-GB" b="1" dirty="0">
                <a:solidFill>
                  <a:srgbClr val="0000FF"/>
                </a:solidFill>
                <a:latin typeface="Consolas"/>
              </a:rPr>
              <a:t>&lt;/</a:t>
            </a:r>
            <a:r>
              <a:rPr lang="en-GB" b="1" dirty="0">
                <a:solidFill>
                  <a:srgbClr val="800000"/>
                </a:solidFill>
                <a:latin typeface="Consolas"/>
              </a:rPr>
              <a:t>button</a:t>
            </a:r>
            <a:r>
              <a:rPr lang="en-GB" b="1" dirty="0">
                <a:solidFill>
                  <a:srgbClr val="0000FF"/>
                </a:solidFill>
                <a:latin typeface="Consolas"/>
              </a:rPr>
              <a:t>&gt;</a:t>
            </a:r>
            <a:endParaRPr lang="en-GB" b="1" dirty="0">
              <a:solidFill>
                <a:srgbClr val="000000"/>
              </a:solidFill>
              <a:latin typeface="Consolas"/>
            </a:endParaRPr>
          </a:p>
          <a:p>
            <a:r>
              <a:rPr lang="en-GB" b="1" dirty="0">
                <a:solidFill>
                  <a:srgbClr val="0000FF"/>
                </a:solidFill>
                <a:latin typeface="Consolas"/>
              </a:rPr>
              <a:t>&lt;/</a:t>
            </a:r>
            <a:r>
              <a:rPr lang="en-GB" b="1" dirty="0">
                <a:solidFill>
                  <a:srgbClr val="800000"/>
                </a:solidFill>
                <a:latin typeface="Consolas"/>
              </a:rPr>
              <a:t>body</a:t>
            </a:r>
            <a:r>
              <a:rPr lang="en-GB" b="1" dirty="0">
                <a:solidFill>
                  <a:srgbClr val="0000FF"/>
                </a:solidFill>
                <a:latin typeface="Consolas"/>
              </a:rPr>
              <a:t>&gt;</a:t>
            </a:r>
            <a:endParaRPr lang="en-GB" b="1" dirty="0">
              <a:solidFill>
                <a:srgbClr val="000000"/>
              </a:solidFill>
              <a:latin typeface="Consolas"/>
            </a:endParaRPr>
          </a:p>
          <a:p>
            <a:r>
              <a:rPr lang="en-GB" b="1" dirty="0">
                <a:solidFill>
                  <a:srgbClr val="0000FF"/>
                </a:solidFill>
                <a:latin typeface="Consolas"/>
              </a:rPr>
              <a:t>&lt;/</a:t>
            </a:r>
            <a:r>
              <a:rPr lang="en-GB" b="1" dirty="0">
                <a:solidFill>
                  <a:srgbClr val="800000"/>
                </a:solidFill>
                <a:latin typeface="Consolas"/>
              </a:rPr>
              <a:t>html</a:t>
            </a:r>
            <a:r>
              <a:rPr lang="en-GB" b="1" dirty="0">
                <a:solidFill>
                  <a:srgbClr val="0000FF"/>
                </a:solidFill>
                <a:latin typeface="Consolas"/>
              </a:rPr>
              <a:t>&gt;</a:t>
            </a:r>
            <a:endParaRPr lang="en-GB" b="1" dirty="0">
              <a:solidFill>
                <a:srgbClr val="000000"/>
              </a:solidFill>
              <a:latin typeface="Consolas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75543" y="1386542"/>
            <a:ext cx="1885950" cy="828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58670" y="2827627"/>
            <a:ext cx="1885950" cy="828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" name="Rectangle 6"/>
          <p:cNvSpPr/>
          <p:nvPr/>
        </p:nvSpPr>
        <p:spPr>
          <a:xfrm>
            <a:off x="8717107" y="2937592"/>
            <a:ext cx="1885950" cy="266046"/>
          </a:xfrm>
          <a:prstGeom prst="rect">
            <a:avLst/>
          </a:prstGeom>
          <a:noFill/>
          <a:ln w="28575">
            <a:solidFill>
              <a:schemeClr val="accent4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1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75543" y="4240578"/>
            <a:ext cx="1885950" cy="828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8" name="Down Arrow 7"/>
          <p:cNvSpPr/>
          <p:nvPr/>
        </p:nvSpPr>
        <p:spPr>
          <a:xfrm>
            <a:off x="9216736" y="2215217"/>
            <a:ext cx="443346" cy="403292"/>
          </a:xfrm>
          <a:prstGeom prst="downArrow">
            <a:avLst/>
          </a:prstGeom>
          <a:solidFill>
            <a:schemeClr val="tx1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Down Arrow 11"/>
          <p:cNvSpPr/>
          <p:nvPr/>
        </p:nvSpPr>
        <p:spPr>
          <a:xfrm>
            <a:off x="9223662" y="3687274"/>
            <a:ext cx="443346" cy="403292"/>
          </a:xfrm>
          <a:prstGeom prst="downArrow">
            <a:avLst/>
          </a:prstGeom>
          <a:solidFill>
            <a:schemeClr val="tx1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2143064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90AF3624-C7E0-405F-8C91-6B6F2307FA8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GB" dirty="0"/>
              <a:t>Summary</a:t>
            </a:r>
            <a:endParaRPr lang="en-IN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9F3B65DD-035C-40D9-A323-8F584802086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 anchor="ctr"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b="1" dirty="0"/>
              <a:t>In this chapter you learned how to change the CSS styles using code.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278446300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CDA59C95-3438-460E-8564-3FD14309723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GB" dirty="0"/>
              <a:t>Lab</a:t>
            </a:r>
            <a:endParaRPr lang="en-IN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49021A20-3624-49B2-AEF7-494A5858829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037138" y="1349984"/>
            <a:ext cx="5992812" cy="4094163"/>
          </a:xfrm>
        </p:spPr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b="1" dirty="0"/>
              <a:t>In the previous lab you used inline styling in code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b="1" dirty="0"/>
              <a:t>Modify the code to use the </a:t>
            </a:r>
            <a:r>
              <a:rPr lang="en-GB" b="1" dirty="0" err="1"/>
              <a:t>addClass</a:t>
            </a:r>
            <a:r>
              <a:rPr lang="en-GB" b="1" dirty="0"/>
              <a:t> </a:t>
            </a:r>
            <a:r>
              <a:rPr lang="en-GB" b="1" dirty="0" err="1"/>
              <a:t>Jquery</a:t>
            </a:r>
            <a:r>
              <a:rPr lang="en-GB" b="1" dirty="0"/>
              <a:t> function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GB" b="1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b="1" dirty="0"/>
              <a:t>Duration 15 minutes</a:t>
            </a:r>
          </a:p>
          <a:p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847838834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RESOURCE_PATHS_HASH_2" val="861ba5a240904b86632099fc56e12dead204a13"/>
</p:tagLst>
</file>

<file path=ppt/theme/theme1.xml><?xml version="1.0" encoding="utf-8"?>
<a:theme xmlns:a="http://schemas.openxmlformats.org/drawingml/2006/main" name="Master">
  <a:themeElements>
    <a:clrScheme name="QA Branding Custom Colour Set">
      <a:dk1>
        <a:srgbClr val="004050"/>
      </a:dk1>
      <a:lt1>
        <a:srgbClr val="FFFFFF"/>
      </a:lt1>
      <a:dk2>
        <a:srgbClr val="00EDB5"/>
      </a:dk2>
      <a:lt2>
        <a:srgbClr val="FFFFFF"/>
      </a:lt2>
      <a:accent1>
        <a:srgbClr val="004050"/>
      </a:accent1>
      <a:accent2>
        <a:srgbClr val="00EDB5"/>
      </a:accent2>
      <a:accent3>
        <a:srgbClr val="7F007D"/>
      </a:accent3>
      <a:accent4>
        <a:srgbClr val="FF004C"/>
      </a:accent4>
      <a:accent5>
        <a:srgbClr val="F8D237"/>
      </a:accent5>
      <a:accent6>
        <a:srgbClr val="F3612C"/>
      </a:accent6>
      <a:hlink>
        <a:srgbClr val="004050"/>
      </a:hlink>
      <a:folHlink>
        <a:srgbClr val="00EDB5"/>
      </a:folHlink>
    </a:clrScheme>
    <a:fontScheme name="QA Brand Fonts 2019">
      <a:majorFont>
        <a:latin typeface="Krana Fat B"/>
        <a:ea typeface=""/>
        <a:cs typeface=""/>
      </a:majorFont>
      <a:minorFont>
        <a:latin typeface="Montserra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tx2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/>
      <a:bodyPr vert="horz" lIns="0" tIns="0" rIns="0" bIns="0" rtlCol="0" anchor="t" anchorCtr="0">
        <a:normAutofit/>
      </a:bodyPr>
      <a:lstStyle>
        <a:defPPr algn="l">
          <a:defRPr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Trainer Slidedeck Template DRAFT v0.1" id="{7AC1CA74-4441-42CA-9897-72DF6ED83A1A}" vid="{6017FA94-E546-4DB4-BF25-6AABB84AA04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BookTypeField0 xmlns="B42EA499-AA80-4ED5-9ED5-37A17D3EB549">
      <Terms xmlns="http://schemas.microsoft.com/office/infopath/2007/PartnerControls"/>
    </BookTypeField0>
    <IsBuildFile xmlns="B42EA499-AA80-4ED5-9ED5-37A17D3EB549" xsi:nil="true"/>
    <SequenceNumber xmlns="B42EA499-AA80-4ED5-9ED5-37A17D3EB549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Courseware" ma:contentTypeID="0x010100F0967B7CEE8D417F966757887D9466FB005CB7CECC996A5B448C70C3215DE65491" ma:contentTypeVersion="0" ma:contentTypeDescription="Base content type which represents courseware documents" ma:contentTypeScope="" ma:versionID="633ed7bf8a9769dc10b8af609c2e65e8">
  <xsd:schema xmlns:xsd="http://www.w3.org/2001/XMLSchema" xmlns:xs="http://www.w3.org/2001/XMLSchema" xmlns:p="http://schemas.microsoft.com/office/2006/metadata/properties" xmlns:ns2="B42EA499-AA80-4ED5-9ED5-37A17D3EB549" targetNamespace="http://schemas.microsoft.com/office/2006/metadata/properties" ma:root="true" ma:fieldsID="6641bdc0935a9ffdc34b1682c1e0febc" ns2:_="">
    <xsd:import namespace="B42EA499-AA80-4ED5-9ED5-37A17D3EB549"/>
    <xsd:element name="properties">
      <xsd:complexType>
        <xsd:sequence>
          <xsd:element name="documentManagement">
            <xsd:complexType>
              <xsd:all>
                <xsd:element ref="ns2:BookTypeField0" minOccurs="0"/>
                <xsd:element ref="ns2:SequenceNumber" minOccurs="0"/>
                <xsd:element ref="ns2:IsBuildFil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42EA499-AA80-4ED5-9ED5-37A17D3EB549" elementFormDefault="qualified">
    <xsd:import namespace="http://schemas.microsoft.com/office/2006/documentManagement/types"/>
    <xsd:import namespace="http://schemas.microsoft.com/office/infopath/2007/PartnerControls"/>
    <xsd:element name="BookTypeField0" ma:index="9" nillable="true" ma:taxonomy="true" ma:internalName="BookTypeField0" ma:taxonomyFieldName="BookType" ma:displayName="Book Type" ma:fieldId="{e7c6b654-e04e-4e45-9cfd-676dbef3a3c6}" ma:sspId="63102202-80dd-4165-b1ca-d09cf2756dc1" ma:termSetId="3300959e-7346-4208-831a-90b552f1677b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SequenceNumber" ma:index="10" nillable="true" ma:displayName="Sequence Number" ma:decimals="0" ma:internalName="SequenceNumber">
      <xsd:simpleType>
        <xsd:restriction base="dms:Number"/>
      </xsd:simpleType>
    </xsd:element>
    <xsd:element name="IsBuildFile" ma:index="11" nillable="true" ma:displayName="Is Build File" ma:hidden="true" ma:internalName="IsBuildFile">
      <xsd:simpleType>
        <xsd:restriction base="dms:Boolea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C3968319-FD98-4C32-B0B9-F8F50EE53693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9D9D712B-F07A-4585-BFBC-3A87E631351C}">
  <ds:schemaRefs>
    <ds:schemaRef ds:uri="http://schemas.microsoft.com/office/2006/metadata/properties"/>
    <ds:schemaRef ds:uri="http://schemas.microsoft.com/office/infopath/2007/PartnerControls"/>
    <ds:schemaRef ds:uri="B42EA499-AA80-4ED5-9ED5-37A17D3EB549"/>
  </ds:schemaRefs>
</ds:datastoreItem>
</file>

<file path=customXml/itemProps3.xml><?xml version="1.0" encoding="utf-8"?>
<ds:datastoreItem xmlns:ds="http://schemas.openxmlformats.org/officeDocument/2006/customXml" ds:itemID="{5B257BF0-057A-4276-A5B7-20864039388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B42EA499-AA80-4ED5-9ED5-37A17D3EB549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1403</TotalTime>
  <Words>356</Words>
  <Application>Microsoft Office PowerPoint</Application>
  <PresentationFormat>Widescreen</PresentationFormat>
  <Paragraphs>86</Paragraphs>
  <Slides>9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6" baseType="lpstr">
      <vt:lpstr>Arial</vt:lpstr>
      <vt:lpstr>Calibri</vt:lpstr>
      <vt:lpstr>Consolas</vt:lpstr>
      <vt:lpstr>Krana Fat B</vt:lpstr>
      <vt:lpstr>Montserrat</vt:lpstr>
      <vt:lpstr>Wingdings</vt:lpstr>
      <vt:lpstr>Master</vt:lpstr>
      <vt:lpstr> Web Development jQuery</vt:lpstr>
      <vt:lpstr>jQuery Setting Style</vt:lpstr>
      <vt:lpstr>PowerPoint Presentation</vt:lpstr>
      <vt:lpstr>Setting Styles</vt:lpstr>
      <vt:lpstr>Adding class using the addClass( ) method</vt:lpstr>
      <vt:lpstr>Removing a class - removeClass( ) method</vt:lpstr>
      <vt:lpstr>ToggleClass</vt:lpstr>
      <vt:lpstr>PowerPoint Presentation</vt:lpstr>
      <vt:lpstr>PowerPoint Presentation</vt:lpstr>
    </vt:vector>
  </TitlesOfParts>
  <Manager/>
  <Company>QA Ltd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Singh, Vaishali</dc:creator>
  <cp:keywords/>
  <dc:description/>
  <cp:lastModifiedBy>Mike Baradaran</cp:lastModifiedBy>
  <cp:revision>140</cp:revision>
  <cp:lastPrinted>2019-07-03T09:46:41Z</cp:lastPrinted>
  <dcterms:created xsi:type="dcterms:W3CDTF">2019-09-05T08:17:12Z</dcterms:created>
  <dcterms:modified xsi:type="dcterms:W3CDTF">2022-09-08T08:13:54Z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0x010100F0967B7CEE8D417F966757887D9466FB005CB7CECC996A5B448C70C3215DE65491</vt:lpwstr>
  </property>
</Properties>
</file>